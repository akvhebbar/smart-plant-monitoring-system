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713" r:id="rId4"/>
    <p:sldMasterId id="2147483730" r:id="rId5"/>
  </p:sldMasterIdLst>
  <p:notesMasterIdLst>
    <p:notesMasterId r:id="rId17"/>
  </p:notesMasterIdLst>
  <p:sldIdLst>
    <p:sldId id="256" r:id="rId6"/>
    <p:sldId id="257" r:id="rId7"/>
    <p:sldId id="266" r:id="rId8"/>
    <p:sldId id="259" r:id="rId9"/>
    <p:sldId id="264" r:id="rId10"/>
    <p:sldId id="277" r:id="rId11"/>
    <p:sldId id="269" r:id="rId12"/>
    <p:sldId id="270" r:id="rId13"/>
    <p:sldId id="261" r:id="rId14"/>
    <p:sldId id="273" r:id="rId15"/>
    <p:sldId id="275" r:id="rId16"/>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597" autoAdjust="0"/>
    <p:restoredTop sz="94638" autoAdjust="0"/>
  </p:normalViewPr>
  <p:slideViewPr>
    <p:cSldViewPr>
      <p:cViewPr varScale="1">
        <p:scale>
          <a:sx n="56" d="100"/>
          <a:sy n="56" d="100"/>
        </p:scale>
        <p:origin x="1508" y="52"/>
      </p:cViewPr>
      <p:guideLst>
        <p:guide orient="horz" pos="2160"/>
        <p:guide pos="2880"/>
      </p:guideLst>
    </p:cSldViewPr>
  </p:slideViewPr>
  <p:outlineViewPr>
    <p:cViewPr>
      <p:scale>
        <a:sx n="33" d="100"/>
        <a:sy n="33" d="100"/>
      </p:scale>
      <p:origin x="0" y="12"/>
    </p:cViewPr>
  </p:outlin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3.xml"/><Relationship Id="rId13" Type="http://schemas.openxmlformats.org/officeDocument/2006/relationships/slide" Target="slides/slide8.xml"/><Relationship Id="rId18" Type="http://schemas.openxmlformats.org/officeDocument/2006/relationships/presProps" Target="presProps.xml"/><Relationship Id="rId3" Type="http://schemas.openxmlformats.org/officeDocument/2006/relationships/customXml" Target="../customXml/item3.xml"/><Relationship Id="rId21" Type="http://schemas.openxmlformats.org/officeDocument/2006/relationships/tableStyles" Target="tableStyles.xml"/><Relationship Id="rId7" Type="http://schemas.openxmlformats.org/officeDocument/2006/relationships/slide" Target="slides/slide2.xml"/><Relationship Id="rId12" Type="http://schemas.openxmlformats.org/officeDocument/2006/relationships/slide" Target="slides/slide7.xml"/><Relationship Id="rId17" Type="http://schemas.openxmlformats.org/officeDocument/2006/relationships/notesMaster" Target="notesMasters/notesMaster1.xml"/><Relationship Id="rId2" Type="http://schemas.openxmlformats.org/officeDocument/2006/relationships/customXml" Target="../customXml/item2.xml"/><Relationship Id="rId16" Type="http://schemas.openxmlformats.org/officeDocument/2006/relationships/slide" Target="slides/slide11.xml"/><Relationship Id="rId20" Type="http://schemas.openxmlformats.org/officeDocument/2006/relationships/theme" Target="theme/theme1.xml"/><Relationship Id="rId1" Type="http://schemas.openxmlformats.org/officeDocument/2006/relationships/customXml" Target="../customXml/item1.xml"/><Relationship Id="rId6" Type="http://schemas.openxmlformats.org/officeDocument/2006/relationships/slide" Target="slides/slide1.xml"/><Relationship Id="rId11" Type="http://schemas.openxmlformats.org/officeDocument/2006/relationships/slide" Target="slides/slide6.xml"/><Relationship Id="rId5" Type="http://schemas.openxmlformats.org/officeDocument/2006/relationships/slideMaster" Target="slideMasters/slideMaster2.xml"/><Relationship Id="rId15" Type="http://schemas.openxmlformats.org/officeDocument/2006/relationships/slide" Target="slides/slide10.xml"/><Relationship Id="rId10" Type="http://schemas.openxmlformats.org/officeDocument/2006/relationships/slide" Target="slides/slide5.xml"/><Relationship Id="rId19" Type="http://schemas.openxmlformats.org/officeDocument/2006/relationships/viewProps" Target="viewProps.xml"/><Relationship Id="rId4" Type="http://schemas.openxmlformats.org/officeDocument/2006/relationships/slideMaster" Target="slideMasters/slideMaster1.xml"/><Relationship Id="rId9" Type="http://schemas.openxmlformats.org/officeDocument/2006/relationships/slide" Target="slides/slide4.xml"/><Relationship Id="rId14" Type="http://schemas.openxmlformats.org/officeDocument/2006/relationships/slide" Target="slides/slide9.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C7C152EE-0317-4FE6-BA83-717D9BA2567F}" type="datetimeFigureOut">
              <a:rPr lang="en-US" smtClean="0"/>
              <a:pPr/>
              <a:t>6/24/2024</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2B4E6AF2-308A-4D28-8DA5-81CFFDA214D1}" type="slidenum">
              <a:rPr lang="en-US" smtClean="0"/>
              <a:pPr/>
              <a:t>‹#›</a:t>
            </a:fld>
            <a:endParaRPr lang="en-US"/>
          </a:p>
        </p:txBody>
      </p:sp>
    </p:spTree>
    <p:extLst>
      <p:ext uri="{BB962C8B-B14F-4D97-AF65-F5344CB8AC3E}">
        <p14:creationId xmlns:p14="http://schemas.microsoft.com/office/powerpoint/2010/main" val="374007567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dirty="0"/>
          </a:p>
        </p:txBody>
      </p:sp>
      <p:sp>
        <p:nvSpPr>
          <p:cNvPr id="4" name="Slide Number Placeholder 3"/>
          <p:cNvSpPr>
            <a:spLocks noGrp="1"/>
          </p:cNvSpPr>
          <p:nvPr>
            <p:ph type="sldNum" sz="quarter" idx="10"/>
          </p:nvPr>
        </p:nvSpPr>
        <p:spPr/>
        <p:txBody>
          <a:bodyPr/>
          <a:lstStyle/>
          <a:p>
            <a:fld id="{2B4E6AF2-308A-4D28-8DA5-81CFFDA214D1}" type="slidenum">
              <a:rPr lang="en-US" smtClean="0"/>
              <a:pPr/>
              <a:t>2</a:t>
            </a:fld>
            <a:endParaRPr lang="en-US"/>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dirty="0"/>
          </a:p>
        </p:txBody>
      </p:sp>
      <p:sp>
        <p:nvSpPr>
          <p:cNvPr id="4" name="Slide Number Placeholder 3"/>
          <p:cNvSpPr>
            <a:spLocks noGrp="1"/>
          </p:cNvSpPr>
          <p:nvPr>
            <p:ph type="sldNum" sz="quarter" idx="10"/>
          </p:nvPr>
        </p:nvSpPr>
        <p:spPr/>
        <p:txBody>
          <a:bodyPr/>
          <a:lstStyle/>
          <a:p>
            <a:fld id="{2B4E6AF2-308A-4D28-8DA5-81CFFDA214D1}" type="slidenum">
              <a:rPr lang="en-US" smtClean="0"/>
              <a:pPr/>
              <a:t>3</a:t>
            </a:fld>
            <a:endParaRPr lang="en-US"/>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dirty="0"/>
          </a:p>
        </p:txBody>
      </p:sp>
      <p:sp>
        <p:nvSpPr>
          <p:cNvPr id="4" name="Slide Number Placeholder 3"/>
          <p:cNvSpPr>
            <a:spLocks noGrp="1"/>
          </p:cNvSpPr>
          <p:nvPr>
            <p:ph type="sldNum" sz="quarter" idx="10"/>
          </p:nvPr>
        </p:nvSpPr>
        <p:spPr/>
        <p:txBody>
          <a:bodyPr/>
          <a:lstStyle/>
          <a:p>
            <a:fld id="{2B4E6AF2-308A-4D28-8DA5-81CFFDA214D1}" type="slidenum">
              <a:rPr lang="en-US" smtClean="0"/>
              <a:pPr/>
              <a:t>9</a:t>
            </a:fld>
            <a:endParaRPr lang="en-US"/>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grpSp>
        <p:nvGrpSpPr>
          <p:cNvPr id="7" name="Group 6"/>
          <p:cNvGrpSpPr/>
          <p:nvPr/>
        </p:nvGrpSpPr>
        <p:grpSpPr>
          <a:xfrm>
            <a:off x="-8466" y="-8468"/>
            <a:ext cx="9169804" cy="6874935"/>
            <a:chOff x="-8466" y="-8468"/>
            <a:chExt cx="9169804" cy="6874935"/>
          </a:xfrm>
        </p:grpSpPr>
        <p:cxnSp>
          <p:nvCxnSpPr>
            <p:cNvPr id="17" name="Straight Connector 16"/>
            <p:cNvCxnSpPr/>
            <p:nvPr/>
          </p:nvCxnSpPr>
          <p:spPr>
            <a:xfrm flipV="1">
              <a:off x="5130830" y="4175605"/>
              <a:ext cx="4022475" cy="2682396"/>
            </a:xfrm>
            <a:prstGeom prst="line">
              <a:avLst/>
            </a:prstGeom>
            <a:ln w="9525">
              <a:solidFill>
                <a:schemeClr val="bg1">
                  <a:lumMod val="85000"/>
                </a:schemeClr>
              </a:solidFill>
            </a:ln>
          </p:spPr>
          <p:style>
            <a:lnRef idx="2">
              <a:schemeClr val="accent1"/>
            </a:lnRef>
            <a:fillRef idx="0">
              <a:schemeClr val="accent1"/>
            </a:fillRef>
            <a:effectRef idx="1">
              <a:schemeClr val="accent1"/>
            </a:effectRef>
            <a:fontRef idx="minor">
              <a:schemeClr val="tx1"/>
            </a:fontRef>
          </p:style>
        </p:cxnSp>
        <p:cxnSp>
          <p:nvCxnSpPr>
            <p:cNvPr id="18" name="Straight Connector 17"/>
            <p:cNvCxnSpPr/>
            <p:nvPr/>
          </p:nvCxnSpPr>
          <p:spPr>
            <a:xfrm>
              <a:off x="7042707" y="0"/>
              <a:ext cx="1219200" cy="6858000"/>
            </a:xfrm>
            <a:prstGeom prst="line">
              <a:avLst/>
            </a:prstGeom>
            <a:ln w="9525">
              <a:solidFill>
                <a:schemeClr val="bg1">
                  <a:lumMod val="75000"/>
                </a:schemeClr>
              </a:solidFill>
            </a:ln>
          </p:spPr>
          <p:style>
            <a:lnRef idx="2">
              <a:schemeClr val="accent1"/>
            </a:lnRef>
            <a:fillRef idx="0">
              <a:schemeClr val="accent1"/>
            </a:fillRef>
            <a:effectRef idx="1">
              <a:schemeClr val="accent1"/>
            </a:effectRef>
            <a:fontRef idx="minor">
              <a:schemeClr val="tx1"/>
            </a:fontRef>
          </p:style>
        </p:cxnSp>
        <p:sp>
          <p:nvSpPr>
            <p:cNvPr id="19" name="Freeform 18"/>
            <p:cNvSpPr/>
            <p:nvPr/>
          </p:nvSpPr>
          <p:spPr>
            <a:xfrm>
              <a:off x="6891896" y="1"/>
              <a:ext cx="2269442" cy="6866466"/>
            </a:xfrm>
            <a:custGeom>
              <a:avLst/>
              <a:gdLst/>
              <a:ahLst/>
              <a:cxnLst/>
              <a:rect l="l" t="t" r="r" b="b"/>
              <a:pathLst>
                <a:path w="2269442" h="6866466">
                  <a:moveTo>
                    <a:pt x="2023534" y="0"/>
                  </a:moveTo>
                  <a:lnTo>
                    <a:pt x="0" y="6858000"/>
                  </a:lnTo>
                  <a:lnTo>
                    <a:pt x="2269067" y="6866466"/>
                  </a:lnTo>
                  <a:cubicBezTo>
                    <a:pt x="2271889" y="4580466"/>
                    <a:pt x="2257778" y="2294466"/>
                    <a:pt x="2260600" y="8466"/>
                  </a:cubicBezTo>
                  <a:lnTo>
                    <a:pt x="2023534" y="0"/>
                  </a:lnTo>
                  <a:close/>
                </a:path>
              </a:pathLst>
            </a:custGeom>
            <a:solidFill>
              <a:schemeClr val="accent1">
                <a:alpha val="3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0" name="Freeform 19"/>
            <p:cNvSpPr/>
            <p:nvPr/>
          </p:nvSpPr>
          <p:spPr>
            <a:xfrm>
              <a:off x="7205158" y="-8467"/>
              <a:ext cx="1948147" cy="6866467"/>
            </a:xfrm>
            <a:custGeom>
              <a:avLst/>
              <a:gdLst/>
              <a:ahLst/>
              <a:cxnLst/>
              <a:rect l="l" t="t" r="r" b="b"/>
              <a:pathLst>
                <a:path w="1948147" h="6866467">
                  <a:moveTo>
                    <a:pt x="0" y="0"/>
                  </a:moveTo>
                  <a:lnTo>
                    <a:pt x="1202267" y="6866467"/>
                  </a:lnTo>
                  <a:lnTo>
                    <a:pt x="1947333" y="6866467"/>
                  </a:lnTo>
                  <a:cubicBezTo>
                    <a:pt x="1944511" y="4577645"/>
                    <a:pt x="1950155" y="2288822"/>
                    <a:pt x="1947333" y="0"/>
                  </a:cubicBez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1" name="Freeform 20"/>
            <p:cNvSpPr/>
            <p:nvPr/>
          </p:nvSpPr>
          <p:spPr>
            <a:xfrm>
              <a:off x="6637896" y="3920066"/>
              <a:ext cx="2513565" cy="2937933"/>
            </a:xfrm>
            <a:custGeom>
              <a:avLst/>
              <a:gdLst/>
              <a:ahLst/>
              <a:cxnLst/>
              <a:rect l="l" t="t" r="r" b="b"/>
              <a:pathLst>
                <a:path w="3259667" h="3810000">
                  <a:moveTo>
                    <a:pt x="0" y="3810000"/>
                  </a:moveTo>
                  <a:lnTo>
                    <a:pt x="3251200" y="0"/>
                  </a:lnTo>
                  <a:cubicBezTo>
                    <a:pt x="3254022" y="1270000"/>
                    <a:pt x="3256845" y="2540000"/>
                    <a:pt x="3259667" y="3810000"/>
                  </a:cubicBezTo>
                  <a:lnTo>
                    <a:pt x="0" y="3810000"/>
                  </a:lnTo>
                  <a:close/>
                </a:path>
              </a:pathLst>
            </a:custGeom>
            <a:solidFill>
              <a:schemeClr val="accent2">
                <a:alpha val="72000"/>
              </a:schemeClr>
            </a:solidFill>
            <a:ln>
              <a:noFill/>
            </a:ln>
            <a:effectLst/>
          </p:spPr>
          <p:style>
            <a:lnRef idx="1">
              <a:schemeClr val="accent1"/>
            </a:lnRef>
            <a:fillRef idx="3">
              <a:schemeClr val="accent1"/>
            </a:fillRef>
            <a:effectRef idx="2">
              <a:schemeClr val="accent1"/>
            </a:effectRef>
            <a:fontRef idx="minor">
              <a:schemeClr val="lt1"/>
            </a:fontRef>
          </p:style>
        </p:sp>
        <p:sp>
          <p:nvSpPr>
            <p:cNvPr id="22" name="Freeform 21"/>
            <p:cNvSpPr/>
            <p:nvPr/>
          </p:nvSpPr>
          <p:spPr>
            <a:xfrm>
              <a:off x="7010429" y="-8467"/>
              <a:ext cx="2142876" cy="6866467"/>
            </a:xfrm>
            <a:custGeom>
              <a:avLst/>
              <a:gdLst/>
              <a:ahLst/>
              <a:cxnLst/>
              <a:rect l="l" t="t" r="r" b="b"/>
              <a:pathLst>
                <a:path w="2853267" h="6866467">
                  <a:moveTo>
                    <a:pt x="0" y="0"/>
                  </a:moveTo>
                  <a:lnTo>
                    <a:pt x="2472267" y="6866467"/>
                  </a:lnTo>
                  <a:lnTo>
                    <a:pt x="2853267" y="6858000"/>
                  </a:lnTo>
                  <a:lnTo>
                    <a:pt x="2853267" y="0"/>
                  </a:lnTo>
                  <a:lnTo>
                    <a:pt x="0" y="0"/>
                  </a:lnTo>
                  <a:close/>
                </a:path>
              </a:pathLst>
            </a:custGeom>
            <a:solidFill>
              <a:schemeClr val="accent2">
                <a:lumMod val="75000"/>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3" name="Freeform 22"/>
            <p:cNvSpPr/>
            <p:nvPr/>
          </p:nvSpPr>
          <p:spPr>
            <a:xfrm>
              <a:off x="8295776" y="-8467"/>
              <a:ext cx="857530" cy="6866467"/>
            </a:xfrm>
            <a:custGeom>
              <a:avLst/>
              <a:gdLst/>
              <a:ahLst/>
              <a:cxnLst/>
              <a:rect l="l" t="t" r="r" b="b"/>
              <a:pathLst>
                <a:path w="1286933" h="6866467">
                  <a:moveTo>
                    <a:pt x="1016000" y="0"/>
                  </a:moveTo>
                  <a:lnTo>
                    <a:pt x="0" y="6866467"/>
                  </a:lnTo>
                  <a:lnTo>
                    <a:pt x="1286933" y="6866467"/>
                  </a:lnTo>
                  <a:cubicBezTo>
                    <a:pt x="1284111" y="4577645"/>
                    <a:pt x="1281288" y="2288822"/>
                    <a:pt x="1278466" y="0"/>
                  </a:cubicBezTo>
                  <a:lnTo>
                    <a:pt x="1016000" y="0"/>
                  </a:lnTo>
                  <a:close/>
                </a:path>
              </a:pathLst>
            </a:custGeom>
            <a:solidFill>
              <a:schemeClr val="accent1">
                <a:lumMod val="60000"/>
                <a:lumOff val="40000"/>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4" name="Freeform 23"/>
            <p:cNvSpPr/>
            <p:nvPr/>
          </p:nvSpPr>
          <p:spPr>
            <a:xfrm>
              <a:off x="8077231" y="-8468"/>
              <a:ext cx="1066770" cy="6866467"/>
            </a:xfrm>
            <a:custGeom>
              <a:avLst/>
              <a:gdLst/>
              <a:ahLst/>
              <a:cxnLst/>
              <a:rect l="l" t="t" r="r" b="b"/>
              <a:pathLst>
                <a:path w="1270244" h="6866467">
                  <a:moveTo>
                    <a:pt x="0" y="0"/>
                  </a:moveTo>
                  <a:lnTo>
                    <a:pt x="1117600" y="6866467"/>
                  </a:lnTo>
                  <a:lnTo>
                    <a:pt x="1270000" y="6866467"/>
                  </a:lnTo>
                  <a:cubicBezTo>
                    <a:pt x="1272822" y="4574822"/>
                    <a:pt x="1250245" y="2291645"/>
                    <a:pt x="1253067" y="0"/>
                  </a:cubicBezTo>
                  <a:lnTo>
                    <a:pt x="0" y="0"/>
                  </a:lnTo>
                  <a:close/>
                </a:path>
              </a:pathLst>
            </a:custGeom>
            <a:solidFill>
              <a:schemeClr val="accent1">
                <a:alpha val="65000"/>
              </a:schemeClr>
            </a:solidFill>
            <a:ln>
              <a:noFill/>
            </a:ln>
            <a:effectLst/>
          </p:spPr>
          <p:style>
            <a:lnRef idx="1">
              <a:schemeClr val="accent1"/>
            </a:lnRef>
            <a:fillRef idx="3">
              <a:schemeClr val="accent1"/>
            </a:fillRef>
            <a:effectRef idx="2">
              <a:schemeClr val="accent1"/>
            </a:effectRef>
            <a:fontRef idx="minor">
              <a:schemeClr val="lt1"/>
            </a:fontRef>
          </p:style>
        </p:sp>
        <p:sp>
          <p:nvSpPr>
            <p:cNvPr id="25" name="Freeform 24"/>
            <p:cNvSpPr/>
            <p:nvPr/>
          </p:nvSpPr>
          <p:spPr>
            <a:xfrm>
              <a:off x="8060297" y="4893733"/>
              <a:ext cx="1094086" cy="1964267"/>
            </a:xfrm>
            <a:custGeom>
              <a:avLst/>
              <a:gdLst/>
              <a:ahLst/>
              <a:cxnLst/>
              <a:rect l="l" t="t" r="r" b="b"/>
              <a:pathLst>
                <a:path w="1820333" h="3268133">
                  <a:moveTo>
                    <a:pt x="0" y="3268133"/>
                  </a:moveTo>
                  <a:lnTo>
                    <a:pt x="1811866" y="0"/>
                  </a:lnTo>
                  <a:cubicBezTo>
                    <a:pt x="1814688" y="1086555"/>
                    <a:pt x="1817511" y="2173111"/>
                    <a:pt x="1820333" y="3259666"/>
                  </a:cubicBezTo>
                  <a:lnTo>
                    <a:pt x="0" y="3268133"/>
                  </a:lnTo>
                  <a:close/>
                </a:path>
              </a:pathLst>
            </a:custGeom>
            <a:solidFill>
              <a:schemeClr val="accent1">
                <a:alpha val="8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8" name="Freeform 27"/>
            <p:cNvSpPr/>
            <p:nvPr/>
          </p:nvSpPr>
          <p:spPr>
            <a:xfrm>
              <a:off x="-8466" y="-8468"/>
              <a:ext cx="863600" cy="5698067"/>
            </a:xfrm>
            <a:custGeom>
              <a:avLst/>
              <a:gdLst/>
              <a:ahLst/>
              <a:cxnLst/>
              <a:rect l="l" t="t" r="r" b="b"/>
              <a:pathLst>
                <a:path w="863600" h="5698067">
                  <a:moveTo>
                    <a:pt x="0" y="8467"/>
                  </a:moveTo>
                  <a:lnTo>
                    <a:pt x="863600" y="0"/>
                  </a:lnTo>
                  <a:lnTo>
                    <a:pt x="863600" y="16934"/>
                  </a:lnTo>
                  <a:lnTo>
                    <a:pt x="0" y="5698067"/>
                  </a:lnTo>
                  <a:lnTo>
                    <a:pt x="0" y="8467"/>
                  </a:lnTo>
                  <a:close/>
                </a:path>
              </a:pathLst>
            </a:custGeom>
            <a:solidFill>
              <a:schemeClr val="accent1">
                <a:alpha val="85000"/>
              </a:schemeClr>
            </a:solidFill>
            <a:ln>
              <a:noFill/>
            </a:ln>
            <a:effectLst/>
          </p:spPr>
          <p:style>
            <a:lnRef idx="1">
              <a:schemeClr val="accent1"/>
            </a:lnRef>
            <a:fillRef idx="3">
              <a:schemeClr val="accent1"/>
            </a:fillRef>
            <a:effectRef idx="2">
              <a:schemeClr val="accent1"/>
            </a:effectRef>
            <a:fontRef idx="minor">
              <a:schemeClr val="lt1"/>
            </a:fontRef>
          </p:style>
        </p:sp>
      </p:grpSp>
      <p:sp>
        <p:nvSpPr>
          <p:cNvPr id="2" name="Title 1"/>
          <p:cNvSpPr>
            <a:spLocks noGrp="1"/>
          </p:cNvSpPr>
          <p:nvPr>
            <p:ph type="ctrTitle"/>
          </p:nvPr>
        </p:nvSpPr>
        <p:spPr>
          <a:xfrm>
            <a:off x="1130595" y="2404534"/>
            <a:ext cx="5826719" cy="1646302"/>
          </a:xfrm>
        </p:spPr>
        <p:txBody>
          <a:bodyPr anchor="b">
            <a:noAutofit/>
          </a:bodyPr>
          <a:lstStyle>
            <a:lvl1pPr algn="r">
              <a:defRPr sz="5400">
                <a:solidFill>
                  <a:schemeClr val="accent1"/>
                </a:solidFill>
              </a:defRPr>
            </a:lvl1pPr>
          </a:lstStyle>
          <a:p>
            <a:r>
              <a:rPr lang="en-US"/>
              <a:t>Click to edit Master title style</a:t>
            </a:r>
            <a:endParaRPr lang="en-US" dirty="0"/>
          </a:p>
        </p:txBody>
      </p:sp>
      <p:sp>
        <p:nvSpPr>
          <p:cNvPr id="3" name="Subtitle 2"/>
          <p:cNvSpPr>
            <a:spLocks noGrp="1"/>
          </p:cNvSpPr>
          <p:nvPr>
            <p:ph type="subTitle" idx="1"/>
          </p:nvPr>
        </p:nvSpPr>
        <p:spPr>
          <a:xfrm>
            <a:off x="1130595" y="4050834"/>
            <a:ext cx="5826719" cy="1096899"/>
          </a:xfrm>
        </p:spPr>
        <p:txBody>
          <a:bodyPr anchor="t"/>
          <a:lstStyle>
            <a:lvl1pPr marL="0" indent="0" algn="r">
              <a:buNone/>
              <a:defRPr>
                <a:solidFill>
                  <a:schemeClr val="tx1">
                    <a:lumMod val="50000"/>
                    <a:lumOff val="50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81B80BC0-3303-4A79-9D76-CA6CE4E2BA8B}" type="datetimeFigureOut">
              <a:rPr lang="en-US" smtClean="0"/>
              <a:pPr/>
              <a:t>6/24/2024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6CAC631D-3591-4B1F-90F0-5FA056C326BF}" type="slidenum">
              <a:rPr lang="en-US" smtClean="0"/>
              <a:pPr/>
              <a:t>‹#›</a:t>
            </a:fld>
            <a:endParaRPr lang="en-US"/>
          </a:p>
        </p:txBody>
      </p:sp>
    </p:spTree>
    <p:extLst>
      <p:ext uri="{BB962C8B-B14F-4D97-AF65-F5344CB8AC3E}">
        <p14:creationId xmlns:p14="http://schemas.microsoft.com/office/powerpoint/2010/main" val="1162356326"/>
      </p:ext>
    </p:extLst>
  </p:cSld>
  <p:clrMapOvr>
    <a:masterClrMapping/>
  </p:clrMapOvr>
  <p:transition>
    <p:dissolve/>
  </p:transition>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81B80BC0-3303-4A79-9D76-CA6CE4E2BA8B}" type="datetimeFigureOut">
              <a:rPr lang="en-US" smtClean="0"/>
              <a:pPr/>
              <a:t>6/24/2024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6CAC631D-3591-4B1F-90F0-5FA056C326BF}" type="slidenum">
              <a:rPr lang="en-US" smtClean="0"/>
              <a:pPr/>
              <a:t>‹#›</a:t>
            </a:fld>
            <a:endParaRPr lang="en-US"/>
          </a:p>
        </p:txBody>
      </p:sp>
    </p:spTree>
    <p:extLst>
      <p:ext uri="{BB962C8B-B14F-4D97-AF65-F5344CB8AC3E}">
        <p14:creationId xmlns:p14="http://schemas.microsoft.com/office/powerpoint/2010/main" val="849736860"/>
      </p:ext>
    </p:extLst>
  </p:cSld>
  <p:clrMapOvr>
    <a:masterClrMapping/>
  </p:clrMapOvr>
  <p:transition>
    <p:dissolve/>
  </p:transition>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609598" y="2700868"/>
            <a:ext cx="6347715" cy="1826581"/>
          </a:xfrm>
        </p:spPr>
        <p:txBody>
          <a:bodyPr anchor="b"/>
          <a:lstStyle>
            <a:lvl1pPr algn="l">
              <a:defRPr sz="4000" b="0" cap="none"/>
            </a:lvl1pPr>
          </a:lstStyle>
          <a:p>
            <a:r>
              <a:rPr lang="en-US"/>
              <a:t>Click to edit Master title style</a:t>
            </a:r>
            <a:endParaRPr lang="en-US" dirty="0"/>
          </a:p>
        </p:txBody>
      </p:sp>
      <p:sp>
        <p:nvSpPr>
          <p:cNvPr id="3" name="Text Placeholder 2"/>
          <p:cNvSpPr>
            <a:spLocks noGrp="1"/>
          </p:cNvSpPr>
          <p:nvPr>
            <p:ph type="body" idx="1"/>
          </p:nvPr>
        </p:nvSpPr>
        <p:spPr>
          <a:xfrm>
            <a:off x="609598" y="4527448"/>
            <a:ext cx="6347715" cy="860400"/>
          </a:xfrm>
        </p:spPr>
        <p:txBody>
          <a:bodyPr anchor="t"/>
          <a:lstStyle>
            <a:lvl1pPr marL="0" indent="0" algn="l">
              <a:buNone/>
              <a:defRPr sz="20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81B80BC0-3303-4A79-9D76-CA6CE4E2BA8B}" type="datetimeFigureOut">
              <a:rPr lang="en-US" smtClean="0"/>
              <a:pPr/>
              <a:t>6/24/2024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6CAC631D-3591-4B1F-90F0-5FA056C326BF}" type="slidenum">
              <a:rPr lang="en-US" smtClean="0"/>
              <a:pPr/>
              <a:t>‹#›</a:t>
            </a:fld>
            <a:endParaRPr lang="en-US"/>
          </a:p>
        </p:txBody>
      </p:sp>
    </p:spTree>
    <p:extLst>
      <p:ext uri="{BB962C8B-B14F-4D97-AF65-F5344CB8AC3E}">
        <p14:creationId xmlns:p14="http://schemas.microsoft.com/office/powerpoint/2010/main" val="2890272267"/>
      </p:ext>
    </p:extLst>
  </p:cSld>
  <p:clrMapOvr>
    <a:masterClrMapping/>
  </p:clrMapOvr>
  <p:transition>
    <p:dissolve/>
  </p:transition>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609600" y="609600"/>
            <a:ext cx="6347714" cy="1320800"/>
          </a:xfrm>
        </p:spPr>
        <p:txBody>
          <a:bodyPr/>
          <a:lstStyle/>
          <a:p>
            <a:r>
              <a:rPr lang="en-US"/>
              <a:t>Click to edit Master title style</a:t>
            </a:r>
            <a:endParaRPr lang="en-US" dirty="0"/>
          </a:p>
        </p:txBody>
      </p:sp>
      <p:sp>
        <p:nvSpPr>
          <p:cNvPr id="3" name="Content Placeholder 2"/>
          <p:cNvSpPr>
            <a:spLocks noGrp="1"/>
          </p:cNvSpPr>
          <p:nvPr>
            <p:ph sz="half" idx="1"/>
          </p:nvPr>
        </p:nvSpPr>
        <p:spPr>
          <a:xfrm>
            <a:off x="609600" y="2160589"/>
            <a:ext cx="3088109" cy="3880772"/>
          </a:xfrm>
        </p:spPr>
        <p:txBody>
          <a:bodyPr>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3869204" y="2160590"/>
            <a:ext cx="3088110" cy="3880773"/>
          </a:xfrm>
        </p:spPr>
        <p:txBody>
          <a:bodyPr>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81B80BC0-3303-4A79-9D76-CA6CE4E2BA8B}" type="datetimeFigureOut">
              <a:rPr lang="en-US" smtClean="0"/>
              <a:pPr/>
              <a:t>6/24/2024</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6CAC631D-3591-4B1F-90F0-5FA056C326BF}" type="slidenum">
              <a:rPr lang="en-US" smtClean="0"/>
              <a:pPr/>
              <a:t>‹#›</a:t>
            </a:fld>
            <a:endParaRPr lang="en-US"/>
          </a:p>
        </p:txBody>
      </p:sp>
    </p:spTree>
    <p:extLst>
      <p:ext uri="{BB962C8B-B14F-4D97-AF65-F5344CB8AC3E}">
        <p14:creationId xmlns:p14="http://schemas.microsoft.com/office/powerpoint/2010/main" val="3895696196"/>
      </p:ext>
    </p:extLst>
  </p:cSld>
  <p:clrMapOvr>
    <a:masterClrMapping/>
  </p:clrMapOvr>
  <p:transition>
    <p:dissolve/>
  </p:transition>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609599" y="609600"/>
            <a:ext cx="6347713" cy="1320800"/>
          </a:xfrm>
        </p:spPr>
        <p:txBody>
          <a:bodyPr/>
          <a:lstStyle>
            <a:lvl1pPr>
              <a:defRPr/>
            </a:lvl1pPr>
          </a:lstStyle>
          <a:p>
            <a:r>
              <a:rPr lang="en-US"/>
              <a:t>Click to edit Master title style</a:t>
            </a:r>
            <a:endParaRPr lang="en-US" dirty="0"/>
          </a:p>
        </p:txBody>
      </p:sp>
      <p:sp>
        <p:nvSpPr>
          <p:cNvPr id="3" name="Text Placeholder 2"/>
          <p:cNvSpPr>
            <a:spLocks noGrp="1"/>
          </p:cNvSpPr>
          <p:nvPr>
            <p:ph type="body" idx="1"/>
          </p:nvPr>
        </p:nvSpPr>
        <p:spPr>
          <a:xfrm>
            <a:off x="609599" y="2160983"/>
            <a:ext cx="3090672"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609599" y="2737246"/>
            <a:ext cx="3090672" cy="330411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3866640" y="2160983"/>
            <a:ext cx="3090672"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3866640" y="2737246"/>
            <a:ext cx="3090672" cy="330411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81B80BC0-3303-4A79-9D76-CA6CE4E2BA8B}" type="datetimeFigureOut">
              <a:rPr lang="en-US" smtClean="0"/>
              <a:pPr/>
              <a:t>6/24/2024</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6CAC631D-3591-4B1F-90F0-5FA056C326BF}" type="slidenum">
              <a:rPr lang="en-US" smtClean="0"/>
              <a:pPr/>
              <a:t>‹#›</a:t>
            </a:fld>
            <a:endParaRPr lang="en-US"/>
          </a:p>
        </p:txBody>
      </p:sp>
    </p:spTree>
    <p:extLst>
      <p:ext uri="{BB962C8B-B14F-4D97-AF65-F5344CB8AC3E}">
        <p14:creationId xmlns:p14="http://schemas.microsoft.com/office/powerpoint/2010/main" val="254215137"/>
      </p:ext>
    </p:extLst>
  </p:cSld>
  <p:clrMapOvr>
    <a:masterClrMapping/>
  </p:clrMapOvr>
  <p:transition>
    <p:dissolve/>
  </p:transition>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609599" y="609600"/>
            <a:ext cx="6347714" cy="1320800"/>
          </a:xfrm>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81B80BC0-3303-4A79-9D76-CA6CE4E2BA8B}" type="datetimeFigureOut">
              <a:rPr lang="en-US" smtClean="0"/>
              <a:pPr/>
              <a:t>6/24/2024</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6CAC631D-3591-4B1F-90F0-5FA056C326BF}" type="slidenum">
              <a:rPr lang="en-US" smtClean="0"/>
              <a:pPr/>
              <a:t>‹#›</a:t>
            </a:fld>
            <a:endParaRPr lang="en-US"/>
          </a:p>
        </p:txBody>
      </p:sp>
    </p:spTree>
    <p:extLst>
      <p:ext uri="{BB962C8B-B14F-4D97-AF65-F5344CB8AC3E}">
        <p14:creationId xmlns:p14="http://schemas.microsoft.com/office/powerpoint/2010/main" val="3908682674"/>
      </p:ext>
    </p:extLst>
  </p:cSld>
  <p:clrMapOvr>
    <a:masterClrMapping/>
  </p:clrMapOvr>
  <p:transition>
    <p:dissolve/>
  </p:transition>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81B80BC0-3303-4A79-9D76-CA6CE4E2BA8B}" type="datetimeFigureOut">
              <a:rPr lang="en-US" smtClean="0"/>
              <a:pPr/>
              <a:t>6/24/2024</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6CAC631D-3591-4B1F-90F0-5FA056C326BF}" type="slidenum">
              <a:rPr lang="en-US" smtClean="0"/>
              <a:pPr/>
              <a:t>‹#›</a:t>
            </a:fld>
            <a:endParaRPr lang="en-US"/>
          </a:p>
        </p:txBody>
      </p:sp>
    </p:spTree>
    <p:extLst>
      <p:ext uri="{BB962C8B-B14F-4D97-AF65-F5344CB8AC3E}">
        <p14:creationId xmlns:p14="http://schemas.microsoft.com/office/powerpoint/2010/main" val="4041135454"/>
      </p:ext>
    </p:extLst>
  </p:cSld>
  <p:clrMapOvr>
    <a:masterClrMapping/>
  </p:clrMapOvr>
  <p:transition>
    <p:dissolve/>
  </p:transition>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09599" y="1498604"/>
            <a:ext cx="2790182" cy="1278466"/>
          </a:xfrm>
        </p:spPr>
        <p:txBody>
          <a:bodyPr anchor="b">
            <a:normAutofit/>
          </a:bodyPr>
          <a:lstStyle>
            <a:lvl1pPr>
              <a:defRPr sz="2000"/>
            </a:lvl1pPr>
          </a:lstStyle>
          <a:p>
            <a:r>
              <a:rPr lang="en-US"/>
              <a:t>Click to edit Master title style</a:t>
            </a:r>
            <a:endParaRPr lang="en-US" dirty="0"/>
          </a:p>
        </p:txBody>
      </p:sp>
      <p:sp>
        <p:nvSpPr>
          <p:cNvPr id="3" name="Content Placeholder 2"/>
          <p:cNvSpPr>
            <a:spLocks noGrp="1"/>
          </p:cNvSpPr>
          <p:nvPr>
            <p:ph idx="1"/>
          </p:nvPr>
        </p:nvSpPr>
        <p:spPr>
          <a:xfrm>
            <a:off x="3571275" y="514925"/>
            <a:ext cx="3386037" cy="552643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609599" y="2777069"/>
            <a:ext cx="2790182" cy="2584449"/>
          </a:xfrm>
        </p:spPr>
        <p:txBody>
          <a:bodyPr>
            <a:normAutofit/>
          </a:bodyPr>
          <a:lstStyle>
            <a:lvl1pPr marL="0" indent="0">
              <a:buNone/>
              <a:defRPr sz="14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en-US"/>
              <a:t>Click to edit Master text styles</a:t>
            </a:r>
          </a:p>
        </p:txBody>
      </p:sp>
      <p:sp>
        <p:nvSpPr>
          <p:cNvPr id="5" name="Date Placeholder 4"/>
          <p:cNvSpPr>
            <a:spLocks noGrp="1"/>
          </p:cNvSpPr>
          <p:nvPr>
            <p:ph type="dt" sz="half" idx="10"/>
          </p:nvPr>
        </p:nvSpPr>
        <p:spPr/>
        <p:txBody>
          <a:bodyPr/>
          <a:lstStyle/>
          <a:p>
            <a:fld id="{81B80BC0-3303-4A79-9D76-CA6CE4E2BA8B}" type="datetimeFigureOut">
              <a:rPr lang="en-US" smtClean="0"/>
              <a:pPr/>
              <a:t>6/24/2024</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6CAC631D-3591-4B1F-90F0-5FA056C326BF}" type="slidenum">
              <a:rPr lang="en-US" smtClean="0"/>
              <a:pPr/>
              <a:t>‹#›</a:t>
            </a:fld>
            <a:endParaRPr lang="en-US"/>
          </a:p>
        </p:txBody>
      </p:sp>
    </p:spTree>
    <p:extLst>
      <p:ext uri="{BB962C8B-B14F-4D97-AF65-F5344CB8AC3E}">
        <p14:creationId xmlns:p14="http://schemas.microsoft.com/office/powerpoint/2010/main" val="1817572814"/>
      </p:ext>
    </p:extLst>
  </p:cSld>
  <p:clrMapOvr>
    <a:masterClrMapping/>
  </p:clrMapOvr>
  <p:transition>
    <p:dissolve/>
  </p:transition>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09599" y="4800600"/>
            <a:ext cx="6347714" cy="566738"/>
          </a:xfrm>
        </p:spPr>
        <p:txBody>
          <a:bodyPr anchor="b">
            <a:normAutofit/>
          </a:bodyPr>
          <a:lstStyle>
            <a:lvl1pPr algn="l">
              <a:defRPr sz="24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609599" y="609600"/>
            <a:ext cx="6347714" cy="3845718"/>
          </a:xfrm>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609599" y="5367338"/>
            <a:ext cx="6347714" cy="674024"/>
          </a:xfrm>
        </p:spPr>
        <p:txBody>
          <a:bodyPr>
            <a:normAutofit/>
          </a:bodyPr>
          <a:lstStyle>
            <a:lvl1pPr marL="0" indent="0">
              <a:buNone/>
              <a:defRPr sz="12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81B80BC0-3303-4A79-9D76-CA6CE4E2BA8B}" type="datetimeFigureOut">
              <a:rPr lang="en-US" smtClean="0"/>
              <a:pPr/>
              <a:t>6/24/2024</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6CAC631D-3591-4B1F-90F0-5FA056C326BF}" type="slidenum">
              <a:rPr lang="en-US" smtClean="0"/>
              <a:pPr/>
              <a:t>‹#›</a:t>
            </a:fld>
            <a:endParaRPr lang="en-US"/>
          </a:p>
        </p:txBody>
      </p:sp>
    </p:spTree>
    <p:extLst>
      <p:ext uri="{BB962C8B-B14F-4D97-AF65-F5344CB8AC3E}">
        <p14:creationId xmlns:p14="http://schemas.microsoft.com/office/powerpoint/2010/main" val="1845244587"/>
      </p:ext>
    </p:extLst>
  </p:cSld>
  <p:clrMapOvr>
    <a:masterClrMapping/>
  </p:clrMapOvr>
  <p:transition>
    <p:dissolve/>
  </p:transition>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609600" y="609600"/>
            <a:ext cx="6347714" cy="3403600"/>
          </a:xfrm>
        </p:spPr>
        <p:txBody>
          <a:bodyPr anchor="ctr">
            <a:normAutofit/>
          </a:bodyPr>
          <a:lstStyle>
            <a:lvl1pPr algn="l">
              <a:defRPr sz="4400" b="0" cap="none"/>
            </a:lvl1pPr>
          </a:lstStyle>
          <a:p>
            <a:r>
              <a:rPr lang="en-US"/>
              <a:t>Click to edit Master title style</a:t>
            </a:r>
            <a:endParaRPr lang="en-US" dirty="0"/>
          </a:p>
        </p:txBody>
      </p:sp>
      <p:sp>
        <p:nvSpPr>
          <p:cNvPr id="3" name="Text Placeholder 2"/>
          <p:cNvSpPr>
            <a:spLocks noGrp="1"/>
          </p:cNvSpPr>
          <p:nvPr>
            <p:ph type="body" idx="1"/>
          </p:nvPr>
        </p:nvSpPr>
        <p:spPr>
          <a:xfrm>
            <a:off x="609600" y="4470400"/>
            <a:ext cx="6347714" cy="1570962"/>
          </a:xfrm>
        </p:spPr>
        <p:txBody>
          <a:bodyPr anchor="ctr">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81B80BC0-3303-4A79-9D76-CA6CE4E2BA8B}" type="datetimeFigureOut">
              <a:rPr lang="en-US" smtClean="0"/>
              <a:pPr/>
              <a:t>6/24/2024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6CAC631D-3591-4B1F-90F0-5FA056C326BF}" type="slidenum">
              <a:rPr lang="en-US" smtClean="0"/>
              <a:pPr/>
              <a:t>‹#›</a:t>
            </a:fld>
            <a:endParaRPr lang="en-US"/>
          </a:p>
        </p:txBody>
      </p:sp>
    </p:spTree>
    <p:extLst>
      <p:ext uri="{BB962C8B-B14F-4D97-AF65-F5344CB8AC3E}">
        <p14:creationId xmlns:p14="http://schemas.microsoft.com/office/powerpoint/2010/main" val="2521468189"/>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774885" y="609600"/>
            <a:ext cx="6072182" cy="3022600"/>
          </a:xfrm>
        </p:spPr>
        <p:txBody>
          <a:bodyPr anchor="ctr">
            <a:normAutofit/>
          </a:bodyPr>
          <a:lstStyle>
            <a:lvl1pPr algn="l">
              <a:defRPr sz="44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1101074" y="3632200"/>
            <a:ext cx="5419804" cy="381000"/>
          </a:xfrm>
        </p:spPr>
        <p:txBody>
          <a:bodyPr anchor="ctr">
            <a:noAutofit/>
          </a:bodyPr>
          <a:lstStyle>
            <a:lvl1pPr marL="0" indent="0">
              <a:buFontTx/>
              <a:buNone/>
              <a:defRPr sz="1600">
                <a:solidFill>
                  <a:schemeClr val="tx1">
                    <a:lumMod val="50000"/>
                    <a:lumOff val="50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609598" y="4470400"/>
            <a:ext cx="6347715" cy="1570962"/>
          </a:xfrm>
        </p:spPr>
        <p:txBody>
          <a:bodyPr anchor="ctr">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81B80BC0-3303-4A79-9D76-CA6CE4E2BA8B}" type="datetimeFigureOut">
              <a:rPr lang="en-US" smtClean="0"/>
              <a:pPr/>
              <a:t>6/24/2024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6CAC631D-3591-4B1F-90F0-5FA056C326BF}" type="slidenum">
              <a:rPr lang="en-US" smtClean="0"/>
              <a:pPr/>
              <a:t>‹#›</a:t>
            </a:fld>
            <a:endParaRPr lang="en-US"/>
          </a:p>
        </p:txBody>
      </p:sp>
      <p:sp>
        <p:nvSpPr>
          <p:cNvPr id="24" name="TextBox 23"/>
          <p:cNvSpPr txBox="1"/>
          <p:nvPr/>
        </p:nvSpPr>
        <p:spPr>
          <a:xfrm>
            <a:off x="482711" y="790378"/>
            <a:ext cx="457319"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
        <p:nvSpPr>
          <p:cNvPr id="25" name="TextBox 24"/>
          <p:cNvSpPr txBox="1"/>
          <p:nvPr/>
        </p:nvSpPr>
        <p:spPr>
          <a:xfrm>
            <a:off x="6747699" y="2886556"/>
            <a:ext cx="457319"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Tree>
    <p:extLst>
      <p:ext uri="{BB962C8B-B14F-4D97-AF65-F5344CB8AC3E}">
        <p14:creationId xmlns:p14="http://schemas.microsoft.com/office/powerpoint/2010/main" val="1814037185"/>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609598" y="1931988"/>
            <a:ext cx="6347715" cy="2595460"/>
          </a:xfrm>
        </p:spPr>
        <p:txBody>
          <a:bodyPr anchor="b">
            <a:normAutofit/>
          </a:bodyPr>
          <a:lstStyle>
            <a:lvl1pPr algn="l">
              <a:defRPr sz="4400" b="0" cap="none"/>
            </a:lvl1pPr>
          </a:lstStyle>
          <a:p>
            <a:r>
              <a:rPr lang="en-US"/>
              <a:t>Click to edit Master title style</a:t>
            </a:r>
            <a:endParaRPr lang="en-US" dirty="0"/>
          </a:p>
        </p:txBody>
      </p:sp>
      <p:sp>
        <p:nvSpPr>
          <p:cNvPr id="3" name="Text Placeholder 2"/>
          <p:cNvSpPr>
            <a:spLocks noGrp="1"/>
          </p:cNvSpPr>
          <p:nvPr>
            <p:ph type="body" idx="1"/>
          </p:nvPr>
        </p:nvSpPr>
        <p:spPr>
          <a:xfrm>
            <a:off x="609598" y="4527448"/>
            <a:ext cx="6347715" cy="1513914"/>
          </a:xfrm>
        </p:spPr>
        <p:txBody>
          <a:bodyPr anchor="t">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81B80BC0-3303-4A79-9D76-CA6CE4E2BA8B}" type="datetimeFigureOut">
              <a:rPr lang="en-US" smtClean="0"/>
              <a:pPr/>
              <a:t>6/24/2024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6CAC631D-3591-4B1F-90F0-5FA056C326BF}" type="slidenum">
              <a:rPr lang="en-US" smtClean="0"/>
              <a:pPr/>
              <a:t>‹#›</a:t>
            </a:fld>
            <a:endParaRPr lang="en-US"/>
          </a:p>
        </p:txBody>
      </p:sp>
    </p:spTree>
    <p:extLst>
      <p:ext uri="{BB962C8B-B14F-4D97-AF65-F5344CB8AC3E}">
        <p14:creationId xmlns:p14="http://schemas.microsoft.com/office/powerpoint/2010/main" val="2013066131"/>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Quote Name Card">
    <p:spTree>
      <p:nvGrpSpPr>
        <p:cNvPr id="1" name=""/>
        <p:cNvGrpSpPr/>
        <p:nvPr/>
      </p:nvGrpSpPr>
      <p:grpSpPr>
        <a:xfrm>
          <a:off x="0" y="0"/>
          <a:ext cx="0" cy="0"/>
          <a:chOff x="0" y="0"/>
          <a:chExt cx="0" cy="0"/>
        </a:xfrm>
      </p:grpSpPr>
      <p:sp>
        <p:nvSpPr>
          <p:cNvPr id="2" name="Title 1"/>
          <p:cNvSpPr>
            <a:spLocks noGrp="1"/>
          </p:cNvSpPr>
          <p:nvPr>
            <p:ph type="title"/>
          </p:nvPr>
        </p:nvSpPr>
        <p:spPr>
          <a:xfrm>
            <a:off x="774885" y="609600"/>
            <a:ext cx="6072182" cy="3022600"/>
          </a:xfrm>
        </p:spPr>
        <p:txBody>
          <a:bodyPr anchor="ctr">
            <a:normAutofit/>
          </a:bodyPr>
          <a:lstStyle>
            <a:lvl1pPr algn="l">
              <a:defRPr sz="44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609597" y="4013200"/>
            <a:ext cx="6347716" cy="514248"/>
          </a:xfrm>
        </p:spPr>
        <p:txBody>
          <a:bodyPr anchor="b">
            <a:noAutofit/>
          </a:bodyPr>
          <a:lstStyle>
            <a:lvl1pPr marL="0" indent="0">
              <a:buFontTx/>
              <a:buNone/>
              <a:defRPr sz="2400">
                <a:solidFill>
                  <a:schemeClr val="tx1">
                    <a:lumMod val="75000"/>
                    <a:lumOff val="25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609598" y="4527448"/>
            <a:ext cx="6347715" cy="1513914"/>
          </a:xfrm>
        </p:spPr>
        <p:txBody>
          <a:bodyPr anchor="t">
            <a:normAutofit/>
          </a:bodyPr>
          <a:lstStyle>
            <a:lvl1pPr marL="0" indent="0" algn="l">
              <a:buNone/>
              <a:defRPr sz="18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81B80BC0-3303-4A79-9D76-CA6CE4E2BA8B}" type="datetimeFigureOut">
              <a:rPr lang="en-US" smtClean="0"/>
              <a:pPr/>
              <a:t>6/24/2024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6CAC631D-3591-4B1F-90F0-5FA056C326BF}" type="slidenum">
              <a:rPr lang="en-US" smtClean="0"/>
              <a:pPr/>
              <a:t>‹#›</a:t>
            </a:fld>
            <a:endParaRPr lang="en-US"/>
          </a:p>
        </p:txBody>
      </p:sp>
      <p:sp>
        <p:nvSpPr>
          <p:cNvPr id="24" name="TextBox 23"/>
          <p:cNvSpPr txBox="1"/>
          <p:nvPr/>
        </p:nvSpPr>
        <p:spPr>
          <a:xfrm>
            <a:off x="482711" y="790378"/>
            <a:ext cx="457319"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
        <p:nvSpPr>
          <p:cNvPr id="25" name="TextBox 24"/>
          <p:cNvSpPr txBox="1"/>
          <p:nvPr/>
        </p:nvSpPr>
        <p:spPr>
          <a:xfrm>
            <a:off x="6747699" y="2886556"/>
            <a:ext cx="457319"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Tree>
    <p:extLst>
      <p:ext uri="{BB962C8B-B14F-4D97-AF65-F5344CB8AC3E}">
        <p14:creationId xmlns:p14="http://schemas.microsoft.com/office/powerpoint/2010/main" val="245045227"/>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True or False">
    <p:spTree>
      <p:nvGrpSpPr>
        <p:cNvPr id="1" name=""/>
        <p:cNvGrpSpPr/>
        <p:nvPr/>
      </p:nvGrpSpPr>
      <p:grpSpPr>
        <a:xfrm>
          <a:off x="0" y="0"/>
          <a:ext cx="0" cy="0"/>
          <a:chOff x="0" y="0"/>
          <a:chExt cx="0" cy="0"/>
        </a:xfrm>
      </p:grpSpPr>
      <p:sp>
        <p:nvSpPr>
          <p:cNvPr id="2" name="Title 1"/>
          <p:cNvSpPr>
            <a:spLocks noGrp="1"/>
          </p:cNvSpPr>
          <p:nvPr>
            <p:ph type="title"/>
          </p:nvPr>
        </p:nvSpPr>
        <p:spPr>
          <a:xfrm>
            <a:off x="615848" y="609600"/>
            <a:ext cx="6341465" cy="3022600"/>
          </a:xfrm>
        </p:spPr>
        <p:txBody>
          <a:bodyPr anchor="ctr">
            <a:normAutofit/>
          </a:bodyPr>
          <a:lstStyle>
            <a:lvl1pPr algn="l">
              <a:defRPr sz="44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609597" y="4013200"/>
            <a:ext cx="6347716" cy="514248"/>
          </a:xfrm>
        </p:spPr>
        <p:txBody>
          <a:bodyPr anchor="b">
            <a:noAutofit/>
          </a:bodyPr>
          <a:lstStyle>
            <a:lvl1pPr marL="0" indent="0">
              <a:buFontTx/>
              <a:buNone/>
              <a:defRPr sz="2400">
                <a:solidFill>
                  <a:schemeClr val="accent1"/>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609598" y="4527448"/>
            <a:ext cx="6347715" cy="1513914"/>
          </a:xfrm>
        </p:spPr>
        <p:txBody>
          <a:bodyPr anchor="t">
            <a:normAutofit/>
          </a:bodyPr>
          <a:lstStyle>
            <a:lvl1pPr marL="0" indent="0" algn="l">
              <a:buNone/>
              <a:defRPr sz="18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81B80BC0-3303-4A79-9D76-CA6CE4E2BA8B}" type="datetimeFigureOut">
              <a:rPr lang="en-US" smtClean="0"/>
              <a:pPr/>
              <a:t>6/24/2024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6CAC631D-3591-4B1F-90F0-5FA056C326BF}" type="slidenum">
              <a:rPr lang="en-US" smtClean="0"/>
              <a:pPr/>
              <a:t>‹#›</a:t>
            </a:fld>
            <a:endParaRPr lang="en-US"/>
          </a:p>
        </p:txBody>
      </p:sp>
    </p:spTree>
    <p:extLst>
      <p:ext uri="{BB962C8B-B14F-4D97-AF65-F5344CB8AC3E}">
        <p14:creationId xmlns:p14="http://schemas.microsoft.com/office/powerpoint/2010/main" val="398385850"/>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81B80BC0-3303-4A79-9D76-CA6CE4E2BA8B}" type="datetimeFigureOut">
              <a:rPr lang="en-US" smtClean="0"/>
              <a:pPr/>
              <a:t>6/24/2024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6CAC631D-3591-4B1F-90F0-5FA056C326BF}" type="slidenum">
              <a:rPr lang="en-US" smtClean="0"/>
              <a:pPr/>
              <a:t>‹#›</a:t>
            </a:fld>
            <a:endParaRPr lang="en-US"/>
          </a:p>
        </p:txBody>
      </p:sp>
    </p:spTree>
    <p:extLst>
      <p:ext uri="{BB962C8B-B14F-4D97-AF65-F5344CB8AC3E}">
        <p14:creationId xmlns:p14="http://schemas.microsoft.com/office/powerpoint/2010/main" val="1786262648"/>
      </p:ext>
    </p:extLst>
  </p:cSld>
  <p:clrMapOvr>
    <a:masterClrMapping/>
  </p:clrMapOvr>
  <p:transition>
    <p:dissolve/>
  </p:transition>
</p:sldLayout>
</file>

<file path=ppt/slideLayouts/slideLayout16.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5977312" y="609600"/>
            <a:ext cx="978812" cy="5251451"/>
          </a:xfrm>
        </p:spPr>
        <p:txBody>
          <a:bodyPr vert="eaVert" anchor="ctr"/>
          <a:lstStyle/>
          <a:p>
            <a:r>
              <a:rPr lang="en-US"/>
              <a:t>Click to edit Master title style</a:t>
            </a:r>
            <a:endParaRPr lang="en-US" dirty="0"/>
          </a:p>
        </p:txBody>
      </p:sp>
      <p:sp>
        <p:nvSpPr>
          <p:cNvPr id="3" name="Vertical Text Placeholder 2"/>
          <p:cNvSpPr>
            <a:spLocks noGrp="1"/>
          </p:cNvSpPr>
          <p:nvPr>
            <p:ph type="body" orient="vert" idx="1"/>
          </p:nvPr>
        </p:nvSpPr>
        <p:spPr>
          <a:xfrm>
            <a:off x="609599" y="609600"/>
            <a:ext cx="5195026" cy="5251451"/>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81B80BC0-3303-4A79-9D76-CA6CE4E2BA8B}" type="datetimeFigureOut">
              <a:rPr lang="en-US" smtClean="0"/>
              <a:pPr/>
              <a:t>6/24/2024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6CAC631D-3591-4B1F-90F0-5FA056C326BF}" type="slidenum">
              <a:rPr lang="en-US" smtClean="0"/>
              <a:pPr/>
              <a:t>‹#›</a:t>
            </a:fld>
            <a:endParaRPr lang="en-US"/>
          </a:p>
        </p:txBody>
      </p:sp>
    </p:spTree>
    <p:extLst>
      <p:ext uri="{BB962C8B-B14F-4D97-AF65-F5344CB8AC3E}">
        <p14:creationId xmlns:p14="http://schemas.microsoft.com/office/powerpoint/2010/main" val="2149535799"/>
      </p:ext>
    </p:extLst>
  </p:cSld>
  <p:clrMapOvr>
    <a:masterClrMapping/>
  </p:clrMapOvr>
  <p:transition>
    <p:dissolve/>
  </p:transition>
</p:sldLayout>
</file>

<file path=ppt/slideLayouts/slideLayout17.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grpSp>
        <p:nvGrpSpPr>
          <p:cNvPr id="7" name="Group 6"/>
          <p:cNvGrpSpPr/>
          <p:nvPr/>
        </p:nvGrpSpPr>
        <p:grpSpPr>
          <a:xfrm>
            <a:off x="-8466" y="-8468"/>
            <a:ext cx="9169804" cy="6874935"/>
            <a:chOff x="-8466" y="-8468"/>
            <a:chExt cx="9169804" cy="6874935"/>
          </a:xfrm>
        </p:grpSpPr>
        <p:cxnSp>
          <p:nvCxnSpPr>
            <p:cNvPr id="17" name="Straight Connector 16"/>
            <p:cNvCxnSpPr/>
            <p:nvPr/>
          </p:nvCxnSpPr>
          <p:spPr>
            <a:xfrm flipV="1">
              <a:off x="5130830" y="4175605"/>
              <a:ext cx="4022475" cy="2682396"/>
            </a:xfrm>
            <a:prstGeom prst="line">
              <a:avLst/>
            </a:prstGeom>
            <a:ln w="9525">
              <a:solidFill>
                <a:schemeClr val="bg1">
                  <a:lumMod val="85000"/>
                </a:schemeClr>
              </a:solidFill>
            </a:ln>
          </p:spPr>
          <p:style>
            <a:lnRef idx="2">
              <a:schemeClr val="accent1"/>
            </a:lnRef>
            <a:fillRef idx="0">
              <a:schemeClr val="accent1"/>
            </a:fillRef>
            <a:effectRef idx="1">
              <a:schemeClr val="accent1"/>
            </a:effectRef>
            <a:fontRef idx="minor">
              <a:schemeClr val="tx1"/>
            </a:fontRef>
          </p:style>
        </p:cxnSp>
        <p:cxnSp>
          <p:nvCxnSpPr>
            <p:cNvPr id="18" name="Straight Connector 17"/>
            <p:cNvCxnSpPr/>
            <p:nvPr/>
          </p:nvCxnSpPr>
          <p:spPr>
            <a:xfrm>
              <a:off x="7042707" y="0"/>
              <a:ext cx="1219200" cy="6858000"/>
            </a:xfrm>
            <a:prstGeom prst="line">
              <a:avLst/>
            </a:prstGeom>
            <a:ln w="9525">
              <a:solidFill>
                <a:schemeClr val="bg1">
                  <a:lumMod val="75000"/>
                </a:schemeClr>
              </a:solidFill>
            </a:ln>
          </p:spPr>
          <p:style>
            <a:lnRef idx="2">
              <a:schemeClr val="accent1"/>
            </a:lnRef>
            <a:fillRef idx="0">
              <a:schemeClr val="accent1"/>
            </a:fillRef>
            <a:effectRef idx="1">
              <a:schemeClr val="accent1"/>
            </a:effectRef>
            <a:fontRef idx="minor">
              <a:schemeClr val="tx1"/>
            </a:fontRef>
          </p:style>
        </p:cxnSp>
        <p:sp>
          <p:nvSpPr>
            <p:cNvPr id="19" name="Freeform 18"/>
            <p:cNvSpPr/>
            <p:nvPr/>
          </p:nvSpPr>
          <p:spPr>
            <a:xfrm>
              <a:off x="6891896" y="1"/>
              <a:ext cx="2269442" cy="6866466"/>
            </a:xfrm>
            <a:custGeom>
              <a:avLst/>
              <a:gdLst/>
              <a:ahLst/>
              <a:cxnLst/>
              <a:rect l="l" t="t" r="r" b="b"/>
              <a:pathLst>
                <a:path w="2269442" h="6866466">
                  <a:moveTo>
                    <a:pt x="2023534" y="0"/>
                  </a:moveTo>
                  <a:lnTo>
                    <a:pt x="0" y="6858000"/>
                  </a:lnTo>
                  <a:lnTo>
                    <a:pt x="2269067" y="6866466"/>
                  </a:lnTo>
                  <a:cubicBezTo>
                    <a:pt x="2271889" y="4580466"/>
                    <a:pt x="2257778" y="2294466"/>
                    <a:pt x="2260600" y="8466"/>
                  </a:cubicBezTo>
                  <a:lnTo>
                    <a:pt x="2023534" y="0"/>
                  </a:lnTo>
                  <a:close/>
                </a:path>
              </a:pathLst>
            </a:custGeom>
            <a:solidFill>
              <a:schemeClr val="accent1">
                <a:alpha val="3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0" name="Freeform 19"/>
            <p:cNvSpPr/>
            <p:nvPr/>
          </p:nvSpPr>
          <p:spPr>
            <a:xfrm>
              <a:off x="7205158" y="-8467"/>
              <a:ext cx="1948147" cy="6866467"/>
            </a:xfrm>
            <a:custGeom>
              <a:avLst/>
              <a:gdLst/>
              <a:ahLst/>
              <a:cxnLst/>
              <a:rect l="l" t="t" r="r" b="b"/>
              <a:pathLst>
                <a:path w="1948147" h="6866467">
                  <a:moveTo>
                    <a:pt x="0" y="0"/>
                  </a:moveTo>
                  <a:lnTo>
                    <a:pt x="1202267" y="6866467"/>
                  </a:lnTo>
                  <a:lnTo>
                    <a:pt x="1947333" y="6866467"/>
                  </a:lnTo>
                  <a:cubicBezTo>
                    <a:pt x="1944511" y="4577645"/>
                    <a:pt x="1950155" y="2288822"/>
                    <a:pt x="1947333" y="0"/>
                  </a:cubicBez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1" name="Freeform 20"/>
            <p:cNvSpPr/>
            <p:nvPr/>
          </p:nvSpPr>
          <p:spPr>
            <a:xfrm>
              <a:off x="6637896" y="3920066"/>
              <a:ext cx="2513565" cy="2937933"/>
            </a:xfrm>
            <a:custGeom>
              <a:avLst/>
              <a:gdLst/>
              <a:ahLst/>
              <a:cxnLst/>
              <a:rect l="l" t="t" r="r" b="b"/>
              <a:pathLst>
                <a:path w="3259667" h="3810000">
                  <a:moveTo>
                    <a:pt x="0" y="3810000"/>
                  </a:moveTo>
                  <a:lnTo>
                    <a:pt x="3251200" y="0"/>
                  </a:lnTo>
                  <a:cubicBezTo>
                    <a:pt x="3254022" y="1270000"/>
                    <a:pt x="3256845" y="2540000"/>
                    <a:pt x="3259667" y="3810000"/>
                  </a:cubicBezTo>
                  <a:lnTo>
                    <a:pt x="0" y="3810000"/>
                  </a:lnTo>
                  <a:close/>
                </a:path>
              </a:pathLst>
            </a:custGeom>
            <a:solidFill>
              <a:schemeClr val="accent2">
                <a:alpha val="72000"/>
              </a:schemeClr>
            </a:solidFill>
            <a:ln>
              <a:noFill/>
            </a:ln>
            <a:effectLst/>
          </p:spPr>
          <p:style>
            <a:lnRef idx="1">
              <a:schemeClr val="accent1"/>
            </a:lnRef>
            <a:fillRef idx="3">
              <a:schemeClr val="accent1"/>
            </a:fillRef>
            <a:effectRef idx="2">
              <a:schemeClr val="accent1"/>
            </a:effectRef>
            <a:fontRef idx="minor">
              <a:schemeClr val="lt1"/>
            </a:fontRef>
          </p:style>
        </p:sp>
        <p:sp>
          <p:nvSpPr>
            <p:cNvPr id="22" name="Freeform 21"/>
            <p:cNvSpPr/>
            <p:nvPr/>
          </p:nvSpPr>
          <p:spPr>
            <a:xfrm>
              <a:off x="7010429" y="-8467"/>
              <a:ext cx="2142876" cy="6866467"/>
            </a:xfrm>
            <a:custGeom>
              <a:avLst/>
              <a:gdLst/>
              <a:ahLst/>
              <a:cxnLst/>
              <a:rect l="l" t="t" r="r" b="b"/>
              <a:pathLst>
                <a:path w="2853267" h="6866467">
                  <a:moveTo>
                    <a:pt x="0" y="0"/>
                  </a:moveTo>
                  <a:lnTo>
                    <a:pt x="2472267" y="6866467"/>
                  </a:lnTo>
                  <a:lnTo>
                    <a:pt x="2853267" y="6858000"/>
                  </a:lnTo>
                  <a:lnTo>
                    <a:pt x="2853267" y="0"/>
                  </a:lnTo>
                  <a:lnTo>
                    <a:pt x="0" y="0"/>
                  </a:lnTo>
                  <a:close/>
                </a:path>
              </a:pathLst>
            </a:custGeom>
            <a:solidFill>
              <a:schemeClr val="accent2">
                <a:lumMod val="75000"/>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3" name="Freeform 22"/>
            <p:cNvSpPr/>
            <p:nvPr/>
          </p:nvSpPr>
          <p:spPr>
            <a:xfrm>
              <a:off x="8295776" y="-8467"/>
              <a:ext cx="857530" cy="6866467"/>
            </a:xfrm>
            <a:custGeom>
              <a:avLst/>
              <a:gdLst/>
              <a:ahLst/>
              <a:cxnLst/>
              <a:rect l="l" t="t" r="r" b="b"/>
              <a:pathLst>
                <a:path w="1286933" h="6866467">
                  <a:moveTo>
                    <a:pt x="1016000" y="0"/>
                  </a:moveTo>
                  <a:lnTo>
                    <a:pt x="0" y="6866467"/>
                  </a:lnTo>
                  <a:lnTo>
                    <a:pt x="1286933" y="6866467"/>
                  </a:lnTo>
                  <a:cubicBezTo>
                    <a:pt x="1284111" y="4577645"/>
                    <a:pt x="1281288" y="2288822"/>
                    <a:pt x="1278466" y="0"/>
                  </a:cubicBezTo>
                  <a:lnTo>
                    <a:pt x="1016000" y="0"/>
                  </a:lnTo>
                  <a:close/>
                </a:path>
              </a:pathLst>
            </a:custGeom>
            <a:solidFill>
              <a:schemeClr val="accent1">
                <a:lumMod val="60000"/>
                <a:lumOff val="40000"/>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4" name="Freeform 23"/>
            <p:cNvSpPr/>
            <p:nvPr/>
          </p:nvSpPr>
          <p:spPr>
            <a:xfrm>
              <a:off x="8077231" y="-8468"/>
              <a:ext cx="1066770" cy="6866467"/>
            </a:xfrm>
            <a:custGeom>
              <a:avLst/>
              <a:gdLst/>
              <a:ahLst/>
              <a:cxnLst/>
              <a:rect l="l" t="t" r="r" b="b"/>
              <a:pathLst>
                <a:path w="1270244" h="6866467">
                  <a:moveTo>
                    <a:pt x="0" y="0"/>
                  </a:moveTo>
                  <a:lnTo>
                    <a:pt x="1117600" y="6866467"/>
                  </a:lnTo>
                  <a:lnTo>
                    <a:pt x="1270000" y="6866467"/>
                  </a:lnTo>
                  <a:cubicBezTo>
                    <a:pt x="1272822" y="4574822"/>
                    <a:pt x="1250245" y="2291645"/>
                    <a:pt x="1253067" y="0"/>
                  </a:cubicBezTo>
                  <a:lnTo>
                    <a:pt x="0" y="0"/>
                  </a:lnTo>
                  <a:close/>
                </a:path>
              </a:pathLst>
            </a:custGeom>
            <a:solidFill>
              <a:schemeClr val="accent1">
                <a:alpha val="65000"/>
              </a:schemeClr>
            </a:solidFill>
            <a:ln>
              <a:noFill/>
            </a:ln>
            <a:effectLst/>
          </p:spPr>
          <p:style>
            <a:lnRef idx="1">
              <a:schemeClr val="accent1"/>
            </a:lnRef>
            <a:fillRef idx="3">
              <a:schemeClr val="accent1"/>
            </a:fillRef>
            <a:effectRef idx="2">
              <a:schemeClr val="accent1"/>
            </a:effectRef>
            <a:fontRef idx="minor">
              <a:schemeClr val="lt1"/>
            </a:fontRef>
          </p:style>
        </p:sp>
        <p:sp>
          <p:nvSpPr>
            <p:cNvPr id="25" name="Freeform 24"/>
            <p:cNvSpPr/>
            <p:nvPr/>
          </p:nvSpPr>
          <p:spPr>
            <a:xfrm>
              <a:off x="8060297" y="4893733"/>
              <a:ext cx="1094086" cy="1964267"/>
            </a:xfrm>
            <a:custGeom>
              <a:avLst/>
              <a:gdLst/>
              <a:ahLst/>
              <a:cxnLst/>
              <a:rect l="l" t="t" r="r" b="b"/>
              <a:pathLst>
                <a:path w="1820333" h="3268133">
                  <a:moveTo>
                    <a:pt x="0" y="3268133"/>
                  </a:moveTo>
                  <a:lnTo>
                    <a:pt x="1811866" y="0"/>
                  </a:lnTo>
                  <a:cubicBezTo>
                    <a:pt x="1814688" y="1086555"/>
                    <a:pt x="1817511" y="2173111"/>
                    <a:pt x="1820333" y="3259666"/>
                  </a:cubicBezTo>
                  <a:lnTo>
                    <a:pt x="0" y="3268133"/>
                  </a:lnTo>
                  <a:close/>
                </a:path>
              </a:pathLst>
            </a:custGeom>
            <a:solidFill>
              <a:schemeClr val="accent1">
                <a:alpha val="8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8" name="Freeform 27"/>
            <p:cNvSpPr/>
            <p:nvPr/>
          </p:nvSpPr>
          <p:spPr>
            <a:xfrm>
              <a:off x="-8466" y="-8468"/>
              <a:ext cx="863600" cy="5698067"/>
            </a:xfrm>
            <a:custGeom>
              <a:avLst/>
              <a:gdLst/>
              <a:ahLst/>
              <a:cxnLst/>
              <a:rect l="l" t="t" r="r" b="b"/>
              <a:pathLst>
                <a:path w="863600" h="5698067">
                  <a:moveTo>
                    <a:pt x="0" y="8467"/>
                  </a:moveTo>
                  <a:lnTo>
                    <a:pt x="863600" y="0"/>
                  </a:lnTo>
                  <a:lnTo>
                    <a:pt x="863600" y="16934"/>
                  </a:lnTo>
                  <a:lnTo>
                    <a:pt x="0" y="5698067"/>
                  </a:lnTo>
                  <a:lnTo>
                    <a:pt x="0" y="8467"/>
                  </a:lnTo>
                  <a:close/>
                </a:path>
              </a:pathLst>
            </a:custGeom>
            <a:solidFill>
              <a:schemeClr val="accent1">
                <a:alpha val="85000"/>
              </a:schemeClr>
            </a:solidFill>
            <a:ln>
              <a:noFill/>
            </a:ln>
            <a:effectLst/>
          </p:spPr>
          <p:style>
            <a:lnRef idx="1">
              <a:schemeClr val="accent1"/>
            </a:lnRef>
            <a:fillRef idx="3">
              <a:schemeClr val="accent1"/>
            </a:fillRef>
            <a:effectRef idx="2">
              <a:schemeClr val="accent1"/>
            </a:effectRef>
            <a:fontRef idx="minor">
              <a:schemeClr val="lt1"/>
            </a:fontRef>
          </p:style>
        </p:sp>
      </p:grpSp>
      <p:sp>
        <p:nvSpPr>
          <p:cNvPr id="2" name="Title 1"/>
          <p:cNvSpPr>
            <a:spLocks noGrp="1"/>
          </p:cNvSpPr>
          <p:nvPr>
            <p:ph type="ctrTitle"/>
          </p:nvPr>
        </p:nvSpPr>
        <p:spPr>
          <a:xfrm>
            <a:off x="1130595" y="2404534"/>
            <a:ext cx="5826719" cy="1646302"/>
          </a:xfrm>
        </p:spPr>
        <p:txBody>
          <a:bodyPr anchor="b">
            <a:noAutofit/>
          </a:bodyPr>
          <a:lstStyle>
            <a:lvl1pPr algn="r">
              <a:defRPr sz="5400">
                <a:solidFill>
                  <a:schemeClr val="accent1"/>
                </a:solidFill>
              </a:defRPr>
            </a:lvl1pPr>
          </a:lstStyle>
          <a:p>
            <a:r>
              <a:rPr lang="en-US"/>
              <a:t>Click to edit Master title style</a:t>
            </a:r>
            <a:endParaRPr lang="en-US" dirty="0"/>
          </a:p>
        </p:txBody>
      </p:sp>
      <p:sp>
        <p:nvSpPr>
          <p:cNvPr id="3" name="Subtitle 2"/>
          <p:cNvSpPr>
            <a:spLocks noGrp="1"/>
          </p:cNvSpPr>
          <p:nvPr>
            <p:ph type="subTitle" idx="1"/>
          </p:nvPr>
        </p:nvSpPr>
        <p:spPr>
          <a:xfrm>
            <a:off x="1130595" y="4050834"/>
            <a:ext cx="5826719" cy="1096899"/>
          </a:xfrm>
        </p:spPr>
        <p:txBody>
          <a:bodyPr anchor="t"/>
          <a:lstStyle>
            <a:lvl1pPr marL="0" indent="0" algn="r">
              <a:buNone/>
              <a:defRPr>
                <a:solidFill>
                  <a:schemeClr val="tx1">
                    <a:lumMod val="50000"/>
                    <a:lumOff val="50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81B80BC0-3303-4A79-9D76-CA6CE4E2BA8B}" type="datetimeFigureOut">
              <a:rPr lang="en-US" smtClean="0"/>
              <a:pPr/>
              <a:t>6/24/2024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6CAC631D-3591-4B1F-90F0-5FA056C326BF}" type="slidenum">
              <a:rPr lang="en-US" smtClean="0"/>
              <a:pPr/>
              <a:t>‹#›</a:t>
            </a:fld>
            <a:endParaRPr lang="en-US"/>
          </a:p>
        </p:txBody>
      </p:sp>
    </p:spTree>
    <p:extLst>
      <p:ext uri="{BB962C8B-B14F-4D97-AF65-F5344CB8AC3E}">
        <p14:creationId xmlns:p14="http://schemas.microsoft.com/office/powerpoint/2010/main" val="3403627852"/>
      </p:ext>
    </p:extLst>
  </p:cSld>
  <p:clrMapOvr>
    <a:masterClrMapping/>
  </p:clrMapOvr>
  <p:transition>
    <p:dissolve/>
  </p:transition>
</p:sldLayout>
</file>

<file path=ppt/slideLayouts/slideLayout18.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81B80BC0-3303-4A79-9D76-CA6CE4E2BA8B}" type="datetimeFigureOut">
              <a:rPr lang="en-US" smtClean="0"/>
              <a:pPr/>
              <a:t>6/24/2024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6CAC631D-3591-4B1F-90F0-5FA056C326BF}" type="slidenum">
              <a:rPr lang="en-US" smtClean="0"/>
              <a:pPr/>
              <a:t>‹#›</a:t>
            </a:fld>
            <a:endParaRPr lang="en-US"/>
          </a:p>
        </p:txBody>
      </p:sp>
    </p:spTree>
    <p:extLst>
      <p:ext uri="{BB962C8B-B14F-4D97-AF65-F5344CB8AC3E}">
        <p14:creationId xmlns:p14="http://schemas.microsoft.com/office/powerpoint/2010/main" val="2039606131"/>
      </p:ext>
    </p:extLst>
  </p:cSld>
  <p:clrMapOvr>
    <a:masterClrMapping/>
  </p:clrMapOvr>
  <p:transition>
    <p:dissolve/>
  </p:transition>
</p:sldLayout>
</file>

<file path=ppt/slideLayouts/slideLayout19.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609598" y="2700868"/>
            <a:ext cx="6347715" cy="1826581"/>
          </a:xfrm>
        </p:spPr>
        <p:txBody>
          <a:bodyPr anchor="b"/>
          <a:lstStyle>
            <a:lvl1pPr algn="l">
              <a:defRPr sz="4000" b="0" cap="none"/>
            </a:lvl1pPr>
          </a:lstStyle>
          <a:p>
            <a:r>
              <a:rPr lang="en-US"/>
              <a:t>Click to edit Master title style</a:t>
            </a:r>
            <a:endParaRPr lang="en-US" dirty="0"/>
          </a:p>
        </p:txBody>
      </p:sp>
      <p:sp>
        <p:nvSpPr>
          <p:cNvPr id="3" name="Text Placeholder 2"/>
          <p:cNvSpPr>
            <a:spLocks noGrp="1"/>
          </p:cNvSpPr>
          <p:nvPr>
            <p:ph type="body" idx="1"/>
          </p:nvPr>
        </p:nvSpPr>
        <p:spPr>
          <a:xfrm>
            <a:off x="609598" y="4527448"/>
            <a:ext cx="6347715" cy="860400"/>
          </a:xfrm>
        </p:spPr>
        <p:txBody>
          <a:bodyPr anchor="t"/>
          <a:lstStyle>
            <a:lvl1pPr marL="0" indent="0" algn="l">
              <a:buNone/>
              <a:defRPr sz="20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81B80BC0-3303-4A79-9D76-CA6CE4E2BA8B}" type="datetimeFigureOut">
              <a:rPr lang="en-US" smtClean="0"/>
              <a:pPr/>
              <a:t>6/24/2024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6CAC631D-3591-4B1F-90F0-5FA056C326BF}" type="slidenum">
              <a:rPr lang="en-US" smtClean="0"/>
              <a:pPr/>
              <a:t>‹#›</a:t>
            </a:fld>
            <a:endParaRPr lang="en-US"/>
          </a:p>
        </p:txBody>
      </p:sp>
    </p:spTree>
    <p:extLst>
      <p:ext uri="{BB962C8B-B14F-4D97-AF65-F5344CB8AC3E}">
        <p14:creationId xmlns:p14="http://schemas.microsoft.com/office/powerpoint/2010/main" val="1288514412"/>
      </p:ext>
    </p:extLst>
  </p:cSld>
  <p:clrMapOvr>
    <a:masterClrMapping/>
  </p:clrMapOvr>
  <p:transition>
    <p:dissolve/>
  </p:transition>
</p:sldLayout>
</file>

<file path=ppt/slideLayouts/slideLayout20.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609600" y="609600"/>
            <a:ext cx="6347714" cy="1320800"/>
          </a:xfrm>
        </p:spPr>
        <p:txBody>
          <a:bodyPr/>
          <a:lstStyle/>
          <a:p>
            <a:r>
              <a:rPr lang="en-US"/>
              <a:t>Click to edit Master title style</a:t>
            </a:r>
            <a:endParaRPr lang="en-US" dirty="0"/>
          </a:p>
        </p:txBody>
      </p:sp>
      <p:sp>
        <p:nvSpPr>
          <p:cNvPr id="3" name="Content Placeholder 2"/>
          <p:cNvSpPr>
            <a:spLocks noGrp="1"/>
          </p:cNvSpPr>
          <p:nvPr>
            <p:ph sz="half" idx="1"/>
          </p:nvPr>
        </p:nvSpPr>
        <p:spPr>
          <a:xfrm>
            <a:off x="609600" y="2160589"/>
            <a:ext cx="3088109" cy="3880772"/>
          </a:xfrm>
        </p:spPr>
        <p:txBody>
          <a:bodyPr>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3869204" y="2160590"/>
            <a:ext cx="3088110" cy="3880773"/>
          </a:xfrm>
        </p:spPr>
        <p:txBody>
          <a:bodyPr>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81B80BC0-3303-4A79-9D76-CA6CE4E2BA8B}" type="datetimeFigureOut">
              <a:rPr lang="en-US" smtClean="0"/>
              <a:pPr/>
              <a:t>6/24/2024</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6CAC631D-3591-4B1F-90F0-5FA056C326BF}" type="slidenum">
              <a:rPr lang="en-US" smtClean="0"/>
              <a:pPr/>
              <a:t>‹#›</a:t>
            </a:fld>
            <a:endParaRPr lang="en-US"/>
          </a:p>
        </p:txBody>
      </p:sp>
    </p:spTree>
    <p:extLst>
      <p:ext uri="{BB962C8B-B14F-4D97-AF65-F5344CB8AC3E}">
        <p14:creationId xmlns:p14="http://schemas.microsoft.com/office/powerpoint/2010/main" val="3939204860"/>
      </p:ext>
    </p:extLst>
  </p:cSld>
  <p:clrMapOvr>
    <a:masterClrMapping/>
  </p:clrMapOvr>
  <p:transition>
    <p:dissolve/>
  </p:transition>
</p:sldLayout>
</file>

<file path=ppt/slideLayouts/slideLayout21.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609599" y="609600"/>
            <a:ext cx="6347713" cy="1320800"/>
          </a:xfrm>
        </p:spPr>
        <p:txBody>
          <a:bodyPr/>
          <a:lstStyle>
            <a:lvl1pPr>
              <a:defRPr/>
            </a:lvl1pPr>
          </a:lstStyle>
          <a:p>
            <a:r>
              <a:rPr lang="en-US"/>
              <a:t>Click to edit Master title style</a:t>
            </a:r>
            <a:endParaRPr lang="en-US" dirty="0"/>
          </a:p>
        </p:txBody>
      </p:sp>
      <p:sp>
        <p:nvSpPr>
          <p:cNvPr id="3" name="Text Placeholder 2"/>
          <p:cNvSpPr>
            <a:spLocks noGrp="1"/>
          </p:cNvSpPr>
          <p:nvPr>
            <p:ph type="body" idx="1"/>
          </p:nvPr>
        </p:nvSpPr>
        <p:spPr>
          <a:xfrm>
            <a:off x="609599" y="2160983"/>
            <a:ext cx="3090672"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609599" y="2737246"/>
            <a:ext cx="3090672" cy="330411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3866640" y="2160983"/>
            <a:ext cx="3090672"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3866640" y="2737246"/>
            <a:ext cx="3090672" cy="330411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81B80BC0-3303-4A79-9D76-CA6CE4E2BA8B}" type="datetimeFigureOut">
              <a:rPr lang="en-US" smtClean="0"/>
              <a:pPr/>
              <a:t>6/24/2024</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6CAC631D-3591-4B1F-90F0-5FA056C326BF}" type="slidenum">
              <a:rPr lang="en-US" smtClean="0"/>
              <a:pPr/>
              <a:t>‹#›</a:t>
            </a:fld>
            <a:endParaRPr lang="en-US"/>
          </a:p>
        </p:txBody>
      </p:sp>
    </p:spTree>
    <p:extLst>
      <p:ext uri="{BB962C8B-B14F-4D97-AF65-F5344CB8AC3E}">
        <p14:creationId xmlns:p14="http://schemas.microsoft.com/office/powerpoint/2010/main" val="638768613"/>
      </p:ext>
    </p:extLst>
  </p:cSld>
  <p:clrMapOvr>
    <a:masterClrMapping/>
  </p:clrMapOvr>
  <p:transition>
    <p:dissolve/>
  </p:transition>
</p:sldLayout>
</file>

<file path=ppt/slideLayouts/slideLayout22.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609599" y="609600"/>
            <a:ext cx="6347714" cy="1320800"/>
          </a:xfrm>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81B80BC0-3303-4A79-9D76-CA6CE4E2BA8B}" type="datetimeFigureOut">
              <a:rPr lang="en-US" smtClean="0"/>
              <a:pPr/>
              <a:t>6/24/2024</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6CAC631D-3591-4B1F-90F0-5FA056C326BF}" type="slidenum">
              <a:rPr lang="en-US" smtClean="0"/>
              <a:pPr/>
              <a:t>‹#›</a:t>
            </a:fld>
            <a:endParaRPr lang="en-US"/>
          </a:p>
        </p:txBody>
      </p:sp>
    </p:spTree>
    <p:extLst>
      <p:ext uri="{BB962C8B-B14F-4D97-AF65-F5344CB8AC3E}">
        <p14:creationId xmlns:p14="http://schemas.microsoft.com/office/powerpoint/2010/main" val="3335027339"/>
      </p:ext>
    </p:extLst>
  </p:cSld>
  <p:clrMapOvr>
    <a:masterClrMapping/>
  </p:clrMapOvr>
  <p:transition>
    <p:dissolve/>
  </p:transition>
</p:sldLayout>
</file>

<file path=ppt/slideLayouts/slideLayout23.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81B80BC0-3303-4A79-9D76-CA6CE4E2BA8B}" type="datetimeFigureOut">
              <a:rPr lang="en-US" smtClean="0"/>
              <a:pPr/>
              <a:t>6/24/2024</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6CAC631D-3591-4B1F-90F0-5FA056C326BF}" type="slidenum">
              <a:rPr lang="en-US" smtClean="0"/>
              <a:pPr/>
              <a:t>‹#›</a:t>
            </a:fld>
            <a:endParaRPr lang="en-US"/>
          </a:p>
        </p:txBody>
      </p:sp>
    </p:spTree>
    <p:extLst>
      <p:ext uri="{BB962C8B-B14F-4D97-AF65-F5344CB8AC3E}">
        <p14:creationId xmlns:p14="http://schemas.microsoft.com/office/powerpoint/2010/main" val="3145928467"/>
      </p:ext>
    </p:extLst>
  </p:cSld>
  <p:clrMapOvr>
    <a:masterClrMapping/>
  </p:clrMapOvr>
  <p:transition>
    <p:dissolve/>
  </p:transition>
</p:sldLayout>
</file>

<file path=ppt/slideLayouts/slideLayout24.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09599" y="1498604"/>
            <a:ext cx="2790182" cy="1278466"/>
          </a:xfrm>
        </p:spPr>
        <p:txBody>
          <a:bodyPr anchor="b">
            <a:normAutofit/>
          </a:bodyPr>
          <a:lstStyle>
            <a:lvl1pPr>
              <a:defRPr sz="2000"/>
            </a:lvl1pPr>
          </a:lstStyle>
          <a:p>
            <a:r>
              <a:rPr lang="en-US"/>
              <a:t>Click to edit Master title style</a:t>
            </a:r>
            <a:endParaRPr lang="en-US" dirty="0"/>
          </a:p>
        </p:txBody>
      </p:sp>
      <p:sp>
        <p:nvSpPr>
          <p:cNvPr id="3" name="Content Placeholder 2"/>
          <p:cNvSpPr>
            <a:spLocks noGrp="1"/>
          </p:cNvSpPr>
          <p:nvPr>
            <p:ph idx="1"/>
          </p:nvPr>
        </p:nvSpPr>
        <p:spPr>
          <a:xfrm>
            <a:off x="3571275" y="514925"/>
            <a:ext cx="3386037" cy="552643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609599" y="2777069"/>
            <a:ext cx="2790182" cy="2584449"/>
          </a:xfrm>
        </p:spPr>
        <p:txBody>
          <a:bodyPr>
            <a:normAutofit/>
          </a:bodyPr>
          <a:lstStyle>
            <a:lvl1pPr marL="0" indent="0">
              <a:buNone/>
              <a:defRPr sz="14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en-US"/>
              <a:t>Click to edit Master text styles</a:t>
            </a:r>
          </a:p>
        </p:txBody>
      </p:sp>
      <p:sp>
        <p:nvSpPr>
          <p:cNvPr id="5" name="Date Placeholder 4"/>
          <p:cNvSpPr>
            <a:spLocks noGrp="1"/>
          </p:cNvSpPr>
          <p:nvPr>
            <p:ph type="dt" sz="half" idx="10"/>
          </p:nvPr>
        </p:nvSpPr>
        <p:spPr/>
        <p:txBody>
          <a:bodyPr/>
          <a:lstStyle/>
          <a:p>
            <a:fld id="{81B80BC0-3303-4A79-9D76-CA6CE4E2BA8B}" type="datetimeFigureOut">
              <a:rPr lang="en-US" smtClean="0"/>
              <a:pPr/>
              <a:t>6/24/2024</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6CAC631D-3591-4B1F-90F0-5FA056C326BF}" type="slidenum">
              <a:rPr lang="en-US" smtClean="0"/>
              <a:pPr/>
              <a:t>‹#›</a:t>
            </a:fld>
            <a:endParaRPr lang="en-US"/>
          </a:p>
        </p:txBody>
      </p:sp>
    </p:spTree>
    <p:extLst>
      <p:ext uri="{BB962C8B-B14F-4D97-AF65-F5344CB8AC3E}">
        <p14:creationId xmlns:p14="http://schemas.microsoft.com/office/powerpoint/2010/main" val="4238102860"/>
      </p:ext>
    </p:extLst>
  </p:cSld>
  <p:clrMapOvr>
    <a:masterClrMapping/>
  </p:clrMapOvr>
  <p:transition>
    <p:dissolve/>
  </p:transition>
</p:sldLayout>
</file>

<file path=ppt/slideLayouts/slideLayout25.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09599" y="4800600"/>
            <a:ext cx="6347714" cy="566738"/>
          </a:xfrm>
        </p:spPr>
        <p:txBody>
          <a:bodyPr anchor="b">
            <a:normAutofit/>
          </a:bodyPr>
          <a:lstStyle>
            <a:lvl1pPr algn="l">
              <a:defRPr sz="24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609599" y="609600"/>
            <a:ext cx="6347714" cy="3845718"/>
          </a:xfrm>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609599" y="5367338"/>
            <a:ext cx="6347714" cy="674024"/>
          </a:xfrm>
        </p:spPr>
        <p:txBody>
          <a:bodyPr>
            <a:normAutofit/>
          </a:bodyPr>
          <a:lstStyle>
            <a:lvl1pPr marL="0" indent="0">
              <a:buNone/>
              <a:defRPr sz="12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81B80BC0-3303-4A79-9D76-CA6CE4E2BA8B}" type="datetimeFigureOut">
              <a:rPr lang="en-US" smtClean="0"/>
              <a:pPr/>
              <a:t>6/24/2024</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6CAC631D-3591-4B1F-90F0-5FA056C326BF}" type="slidenum">
              <a:rPr lang="en-US" smtClean="0"/>
              <a:pPr/>
              <a:t>‹#›</a:t>
            </a:fld>
            <a:endParaRPr lang="en-US"/>
          </a:p>
        </p:txBody>
      </p:sp>
    </p:spTree>
    <p:extLst>
      <p:ext uri="{BB962C8B-B14F-4D97-AF65-F5344CB8AC3E}">
        <p14:creationId xmlns:p14="http://schemas.microsoft.com/office/powerpoint/2010/main" val="1190887442"/>
      </p:ext>
    </p:extLst>
  </p:cSld>
  <p:clrMapOvr>
    <a:masterClrMapping/>
  </p:clrMapOvr>
  <p:transition>
    <p:dissolve/>
  </p:transition>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609600" y="609600"/>
            <a:ext cx="6347714" cy="3403600"/>
          </a:xfrm>
        </p:spPr>
        <p:txBody>
          <a:bodyPr anchor="ctr">
            <a:normAutofit/>
          </a:bodyPr>
          <a:lstStyle>
            <a:lvl1pPr algn="l">
              <a:defRPr sz="4400" b="0" cap="none"/>
            </a:lvl1pPr>
          </a:lstStyle>
          <a:p>
            <a:r>
              <a:rPr lang="en-US"/>
              <a:t>Click to edit Master title style</a:t>
            </a:r>
            <a:endParaRPr lang="en-US" dirty="0"/>
          </a:p>
        </p:txBody>
      </p:sp>
      <p:sp>
        <p:nvSpPr>
          <p:cNvPr id="3" name="Text Placeholder 2"/>
          <p:cNvSpPr>
            <a:spLocks noGrp="1"/>
          </p:cNvSpPr>
          <p:nvPr>
            <p:ph type="body" idx="1"/>
          </p:nvPr>
        </p:nvSpPr>
        <p:spPr>
          <a:xfrm>
            <a:off x="609600" y="4470400"/>
            <a:ext cx="6347714" cy="1570962"/>
          </a:xfrm>
        </p:spPr>
        <p:txBody>
          <a:bodyPr anchor="ctr">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81B80BC0-3303-4A79-9D76-CA6CE4E2BA8B}" type="datetimeFigureOut">
              <a:rPr lang="en-US" smtClean="0"/>
              <a:pPr/>
              <a:t>6/24/2024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6CAC631D-3591-4B1F-90F0-5FA056C326BF}" type="slidenum">
              <a:rPr lang="en-US" smtClean="0"/>
              <a:pPr/>
              <a:t>‹#›</a:t>
            </a:fld>
            <a:endParaRPr lang="en-US"/>
          </a:p>
        </p:txBody>
      </p:sp>
    </p:spTree>
    <p:extLst>
      <p:ext uri="{BB962C8B-B14F-4D97-AF65-F5344CB8AC3E}">
        <p14:creationId xmlns:p14="http://schemas.microsoft.com/office/powerpoint/2010/main" val="2030972272"/>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774885" y="609600"/>
            <a:ext cx="6072182" cy="3022600"/>
          </a:xfrm>
        </p:spPr>
        <p:txBody>
          <a:bodyPr anchor="ctr">
            <a:normAutofit/>
          </a:bodyPr>
          <a:lstStyle>
            <a:lvl1pPr algn="l">
              <a:defRPr sz="44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1101074" y="3632200"/>
            <a:ext cx="5419804" cy="381000"/>
          </a:xfrm>
        </p:spPr>
        <p:txBody>
          <a:bodyPr anchor="ctr">
            <a:noAutofit/>
          </a:bodyPr>
          <a:lstStyle>
            <a:lvl1pPr marL="0" indent="0">
              <a:buFontTx/>
              <a:buNone/>
              <a:defRPr sz="1600">
                <a:solidFill>
                  <a:schemeClr val="tx1">
                    <a:lumMod val="50000"/>
                    <a:lumOff val="50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609598" y="4470400"/>
            <a:ext cx="6347715" cy="1570962"/>
          </a:xfrm>
        </p:spPr>
        <p:txBody>
          <a:bodyPr anchor="ctr">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81B80BC0-3303-4A79-9D76-CA6CE4E2BA8B}" type="datetimeFigureOut">
              <a:rPr lang="en-US" smtClean="0"/>
              <a:pPr/>
              <a:t>6/24/2024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6CAC631D-3591-4B1F-90F0-5FA056C326BF}" type="slidenum">
              <a:rPr lang="en-US" smtClean="0"/>
              <a:pPr/>
              <a:t>‹#›</a:t>
            </a:fld>
            <a:endParaRPr lang="en-US"/>
          </a:p>
        </p:txBody>
      </p:sp>
      <p:sp>
        <p:nvSpPr>
          <p:cNvPr id="24" name="TextBox 23"/>
          <p:cNvSpPr txBox="1"/>
          <p:nvPr/>
        </p:nvSpPr>
        <p:spPr>
          <a:xfrm>
            <a:off x="482711" y="790378"/>
            <a:ext cx="457319"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
        <p:nvSpPr>
          <p:cNvPr id="25" name="TextBox 24"/>
          <p:cNvSpPr txBox="1"/>
          <p:nvPr/>
        </p:nvSpPr>
        <p:spPr>
          <a:xfrm>
            <a:off x="6747699" y="2886556"/>
            <a:ext cx="457319"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Tree>
    <p:extLst>
      <p:ext uri="{BB962C8B-B14F-4D97-AF65-F5344CB8AC3E}">
        <p14:creationId xmlns:p14="http://schemas.microsoft.com/office/powerpoint/2010/main" val="2722257698"/>
      </p:ext>
    </p:extLst>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609598" y="1931988"/>
            <a:ext cx="6347715" cy="2595460"/>
          </a:xfrm>
        </p:spPr>
        <p:txBody>
          <a:bodyPr anchor="b">
            <a:normAutofit/>
          </a:bodyPr>
          <a:lstStyle>
            <a:lvl1pPr algn="l">
              <a:defRPr sz="4400" b="0" cap="none"/>
            </a:lvl1pPr>
          </a:lstStyle>
          <a:p>
            <a:r>
              <a:rPr lang="en-US"/>
              <a:t>Click to edit Master title style</a:t>
            </a:r>
            <a:endParaRPr lang="en-US" dirty="0"/>
          </a:p>
        </p:txBody>
      </p:sp>
      <p:sp>
        <p:nvSpPr>
          <p:cNvPr id="3" name="Text Placeholder 2"/>
          <p:cNvSpPr>
            <a:spLocks noGrp="1"/>
          </p:cNvSpPr>
          <p:nvPr>
            <p:ph type="body" idx="1"/>
          </p:nvPr>
        </p:nvSpPr>
        <p:spPr>
          <a:xfrm>
            <a:off x="609598" y="4527448"/>
            <a:ext cx="6347715" cy="1513914"/>
          </a:xfrm>
        </p:spPr>
        <p:txBody>
          <a:bodyPr anchor="t">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81B80BC0-3303-4A79-9D76-CA6CE4E2BA8B}" type="datetimeFigureOut">
              <a:rPr lang="en-US" smtClean="0"/>
              <a:pPr/>
              <a:t>6/24/2024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6CAC631D-3591-4B1F-90F0-5FA056C326BF}" type="slidenum">
              <a:rPr lang="en-US" smtClean="0"/>
              <a:pPr/>
              <a:t>‹#›</a:t>
            </a:fld>
            <a:endParaRPr lang="en-US"/>
          </a:p>
        </p:txBody>
      </p:sp>
    </p:spTree>
    <p:extLst>
      <p:ext uri="{BB962C8B-B14F-4D97-AF65-F5344CB8AC3E}">
        <p14:creationId xmlns:p14="http://schemas.microsoft.com/office/powerpoint/2010/main" val="3265648872"/>
      </p:ext>
    </p:extLst>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preserve="1">
  <p:cSld name="Quote Name Card">
    <p:spTree>
      <p:nvGrpSpPr>
        <p:cNvPr id="1" name=""/>
        <p:cNvGrpSpPr/>
        <p:nvPr/>
      </p:nvGrpSpPr>
      <p:grpSpPr>
        <a:xfrm>
          <a:off x="0" y="0"/>
          <a:ext cx="0" cy="0"/>
          <a:chOff x="0" y="0"/>
          <a:chExt cx="0" cy="0"/>
        </a:xfrm>
      </p:grpSpPr>
      <p:sp>
        <p:nvSpPr>
          <p:cNvPr id="2" name="Title 1"/>
          <p:cNvSpPr>
            <a:spLocks noGrp="1"/>
          </p:cNvSpPr>
          <p:nvPr>
            <p:ph type="title"/>
          </p:nvPr>
        </p:nvSpPr>
        <p:spPr>
          <a:xfrm>
            <a:off x="774885" y="609600"/>
            <a:ext cx="6072182" cy="3022600"/>
          </a:xfrm>
        </p:spPr>
        <p:txBody>
          <a:bodyPr anchor="ctr">
            <a:normAutofit/>
          </a:bodyPr>
          <a:lstStyle>
            <a:lvl1pPr algn="l">
              <a:defRPr sz="44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609597" y="4013200"/>
            <a:ext cx="6347716" cy="514248"/>
          </a:xfrm>
        </p:spPr>
        <p:txBody>
          <a:bodyPr anchor="b">
            <a:noAutofit/>
          </a:bodyPr>
          <a:lstStyle>
            <a:lvl1pPr marL="0" indent="0">
              <a:buFontTx/>
              <a:buNone/>
              <a:defRPr sz="2400">
                <a:solidFill>
                  <a:schemeClr val="tx1">
                    <a:lumMod val="75000"/>
                    <a:lumOff val="25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609598" y="4527448"/>
            <a:ext cx="6347715" cy="1513914"/>
          </a:xfrm>
        </p:spPr>
        <p:txBody>
          <a:bodyPr anchor="t">
            <a:normAutofit/>
          </a:bodyPr>
          <a:lstStyle>
            <a:lvl1pPr marL="0" indent="0" algn="l">
              <a:buNone/>
              <a:defRPr sz="18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81B80BC0-3303-4A79-9D76-CA6CE4E2BA8B}" type="datetimeFigureOut">
              <a:rPr lang="en-US" smtClean="0"/>
              <a:pPr/>
              <a:t>6/24/2024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6CAC631D-3591-4B1F-90F0-5FA056C326BF}" type="slidenum">
              <a:rPr lang="en-US" smtClean="0"/>
              <a:pPr/>
              <a:t>‹#›</a:t>
            </a:fld>
            <a:endParaRPr lang="en-US"/>
          </a:p>
        </p:txBody>
      </p:sp>
      <p:sp>
        <p:nvSpPr>
          <p:cNvPr id="24" name="TextBox 23"/>
          <p:cNvSpPr txBox="1"/>
          <p:nvPr/>
        </p:nvSpPr>
        <p:spPr>
          <a:xfrm>
            <a:off x="482711" y="790378"/>
            <a:ext cx="457319"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
        <p:nvSpPr>
          <p:cNvPr id="25" name="TextBox 24"/>
          <p:cNvSpPr txBox="1"/>
          <p:nvPr/>
        </p:nvSpPr>
        <p:spPr>
          <a:xfrm>
            <a:off x="6747699" y="2886556"/>
            <a:ext cx="457319"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Tree>
    <p:extLst>
      <p:ext uri="{BB962C8B-B14F-4D97-AF65-F5344CB8AC3E}">
        <p14:creationId xmlns:p14="http://schemas.microsoft.com/office/powerpoint/2010/main" val="142303335"/>
      </p:ext>
    </p:extLst>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preserve="1">
  <p:cSld name="True or False">
    <p:spTree>
      <p:nvGrpSpPr>
        <p:cNvPr id="1" name=""/>
        <p:cNvGrpSpPr/>
        <p:nvPr/>
      </p:nvGrpSpPr>
      <p:grpSpPr>
        <a:xfrm>
          <a:off x="0" y="0"/>
          <a:ext cx="0" cy="0"/>
          <a:chOff x="0" y="0"/>
          <a:chExt cx="0" cy="0"/>
        </a:xfrm>
      </p:grpSpPr>
      <p:sp>
        <p:nvSpPr>
          <p:cNvPr id="2" name="Title 1"/>
          <p:cNvSpPr>
            <a:spLocks noGrp="1"/>
          </p:cNvSpPr>
          <p:nvPr>
            <p:ph type="title"/>
          </p:nvPr>
        </p:nvSpPr>
        <p:spPr>
          <a:xfrm>
            <a:off x="615848" y="609600"/>
            <a:ext cx="6341465" cy="3022600"/>
          </a:xfrm>
        </p:spPr>
        <p:txBody>
          <a:bodyPr anchor="ctr">
            <a:normAutofit/>
          </a:bodyPr>
          <a:lstStyle>
            <a:lvl1pPr algn="l">
              <a:defRPr sz="44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609597" y="4013200"/>
            <a:ext cx="6347716" cy="514248"/>
          </a:xfrm>
        </p:spPr>
        <p:txBody>
          <a:bodyPr anchor="b">
            <a:noAutofit/>
          </a:bodyPr>
          <a:lstStyle>
            <a:lvl1pPr marL="0" indent="0">
              <a:buFontTx/>
              <a:buNone/>
              <a:defRPr sz="2400">
                <a:solidFill>
                  <a:schemeClr val="accent1"/>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609598" y="4527448"/>
            <a:ext cx="6347715" cy="1513914"/>
          </a:xfrm>
        </p:spPr>
        <p:txBody>
          <a:bodyPr anchor="t">
            <a:normAutofit/>
          </a:bodyPr>
          <a:lstStyle>
            <a:lvl1pPr marL="0" indent="0" algn="l">
              <a:buNone/>
              <a:defRPr sz="18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81B80BC0-3303-4A79-9D76-CA6CE4E2BA8B}" type="datetimeFigureOut">
              <a:rPr lang="en-US" smtClean="0"/>
              <a:pPr/>
              <a:t>6/24/2024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6CAC631D-3591-4B1F-90F0-5FA056C326BF}" type="slidenum">
              <a:rPr lang="en-US" smtClean="0"/>
              <a:pPr/>
              <a:t>‹#›</a:t>
            </a:fld>
            <a:endParaRPr lang="en-US"/>
          </a:p>
        </p:txBody>
      </p:sp>
    </p:spTree>
    <p:extLst>
      <p:ext uri="{BB962C8B-B14F-4D97-AF65-F5344CB8AC3E}">
        <p14:creationId xmlns:p14="http://schemas.microsoft.com/office/powerpoint/2010/main" val="4144597477"/>
      </p:ext>
    </p:extLst>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81B80BC0-3303-4A79-9D76-CA6CE4E2BA8B}" type="datetimeFigureOut">
              <a:rPr lang="en-US" smtClean="0"/>
              <a:pPr/>
              <a:t>6/24/2024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6CAC631D-3591-4B1F-90F0-5FA056C326BF}" type="slidenum">
              <a:rPr lang="en-US" smtClean="0"/>
              <a:pPr/>
              <a:t>‹#›</a:t>
            </a:fld>
            <a:endParaRPr lang="en-US"/>
          </a:p>
        </p:txBody>
      </p:sp>
    </p:spTree>
    <p:extLst>
      <p:ext uri="{BB962C8B-B14F-4D97-AF65-F5344CB8AC3E}">
        <p14:creationId xmlns:p14="http://schemas.microsoft.com/office/powerpoint/2010/main" val="1921374561"/>
      </p:ext>
    </p:extLst>
  </p:cSld>
  <p:clrMapOvr>
    <a:masterClrMapping/>
  </p:clrMapOvr>
  <p:transition>
    <p:dissolve/>
  </p:transition>
</p:sldLayout>
</file>

<file path=ppt/slideLayouts/slideLayout32.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5977312" y="609600"/>
            <a:ext cx="978812" cy="5251451"/>
          </a:xfrm>
        </p:spPr>
        <p:txBody>
          <a:bodyPr vert="eaVert" anchor="ctr"/>
          <a:lstStyle/>
          <a:p>
            <a:r>
              <a:rPr lang="en-US"/>
              <a:t>Click to edit Master title style</a:t>
            </a:r>
            <a:endParaRPr lang="en-US" dirty="0"/>
          </a:p>
        </p:txBody>
      </p:sp>
      <p:sp>
        <p:nvSpPr>
          <p:cNvPr id="3" name="Vertical Text Placeholder 2"/>
          <p:cNvSpPr>
            <a:spLocks noGrp="1"/>
          </p:cNvSpPr>
          <p:nvPr>
            <p:ph type="body" orient="vert" idx="1"/>
          </p:nvPr>
        </p:nvSpPr>
        <p:spPr>
          <a:xfrm>
            <a:off x="609599" y="609600"/>
            <a:ext cx="5195026" cy="5251451"/>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81B80BC0-3303-4A79-9D76-CA6CE4E2BA8B}" type="datetimeFigureOut">
              <a:rPr lang="en-US" smtClean="0"/>
              <a:pPr/>
              <a:t>6/24/2024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6CAC631D-3591-4B1F-90F0-5FA056C326BF}" type="slidenum">
              <a:rPr lang="en-US" smtClean="0"/>
              <a:pPr/>
              <a:t>‹#›</a:t>
            </a:fld>
            <a:endParaRPr lang="en-US"/>
          </a:p>
        </p:txBody>
      </p:sp>
    </p:spTree>
    <p:extLst>
      <p:ext uri="{BB962C8B-B14F-4D97-AF65-F5344CB8AC3E}">
        <p14:creationId xmlns:p14="http://schemas.microsoft.com/office/powerpoint/2010/main" val="366032239"/>
      </p:ext>
    </p:extLst>
  </p:cSld>
  <p:clrMapOvr>
    <a:masterClrMapping/>
  </p:clrMapOvr>
  <p:transition>
    <p:dissolve/>
  </p:transition>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theme" Target="../theme/theme1.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24.xml"/><Relationship Id="rId13" Type="http://schemas.openxmlformats.org/officeDocument/2006/relationships/slideLayout" Target="../slideLayouts/slideLayout29.xml"/><Relationship Id="rId3" Type="http://schemas.openxmlformats.org/officeDocument/2006/relationships/slideLayout" Target="../slideLayouts/slideLayout19.xml"/><Relationship Id="rId7" Type="http://schemas.openxmlformats.org/officeDocument/2006/relationships/slideLayout" Target="../slideLayouts/slideLayout23.xml"/><Relationship Id="rId12" Type="http://schemas.openxmlformats.org/officeDocument/2006/relationships/slideLayout" Target="../slideLayouts/slideLayout28.xml"/><Relationship Id="rId17" Type="http://schemas.openxmlformats.org/officeDocument/2006/relationships/theme" Target="../theme/theme2.xml"/><Relationship Id="rId2" Type="http://schemas.openxmlformats.org/officeDocument/2006/relationships/slideLayout" Target="../slideLayouts/slideLayout18.xml"/><Relationship Id="rId16" Type="http://schemas.openxmlformats.org/officeDocument/2006/relationships/slideLayout" Target="../slideLayouts/slideLayout32.xml"/><Relationship Id="rId1" Type="http://schemas.openxmlformats.org/officeDocument/2006/relationships/slideLayout" Target="../slideLayouts/slideLayout17.xml"/><Relationship Id="rId6" Type="http://schemas.openxmlformats.org/officeDocument/2006/relationships/slideLayout" Target="../slideLayouts/slideLayout22.xml"/><Relationship Id="rId11" Type="http://schemas.openxmlformats.org/officeDocument/2006/relationships/slideLayout" Target="../slideLayouts/slideLayout27.xml"/><Relationship Id="rId5" Type="http://schemas.openxmlformats.org/officeDocument/2006/relationships/slideLayout" Target="../slideLayouts/slideLayout21.xml"/><Relationship Id="rId15" Type="http://schemas.openxmlformats.org/officeDocument/2006/relationships/slideLayout" Target="../slideLayouts/slideLayout31.xml"/><Relationship Id="rId10" Type="http://schemas.openxmlformats.org/officeDocument/2006/relationships/slideLayout" Target="../slideLayouts/slideLayout26.xml"/><Relationship Id="rId4" Type="http://schemas.openxmlformats.org/officeDocument/2006/relationships/slideLayout" Target="../slideLayouts/slideLayout20.xml"/><Relationship Id="rId9" Type="http://schemas.openxmlformats.org/officeDocument/2006/relationships/slideLayout" Target="../slideLayouts/slideLayout25.xml"/><Relationship Id="rId14" Type="http://schemas.openxmlformats.org/officeDocument/2006/relationships/slideLayout" Target="../slideLayouts/slideLayout30.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grpSp>
        <p:nvGrpSpPr>
          <p:cNvPr id="17" name="Group 16"/>
          <p:cNvGrpSpPr/>
          <p:nvPr/>
        </p:nvGrpSpPr>
        <p:grpSpPr>
          <a:xfrm>
            <a:off x="-8467" y="-8468"/>
            <a:ext cx="9169805" cy="6874935"/>
            <a:chOff x="-8467" y="-8468"/>
            <a:chExt cx="9169805" cy="6874935"/>
          </a:xfrm>
        </p:grpSpPr>
        <p:sp>
          <p:nvSpPr>
            <p:cNvPr id="7" name="Freeform 6"/>
            <p:cNvSpPr/>
            <p:nvPr/>
          </p:nvSpPr>
          <p:spPr>
            <a:xfrm>
              <a:off x="-8467" y="4013200"/>
              <a:ext cx="457200" cy="2853267"/>
            </a:xfrm>
            <a:custGeom>
              <a:avLst/>
              <a:gdLst/>
              <a:ahLst/>
              <a:cxnLst/>
              <a:rect l="l" t="t" r="r" b="b"/>
              <a:pathLst>
                <a:path w="457200" h="2853267">
                  <a:moveTo>
                    <a:pt x="0" y="0"/>
                  </a:moveTo>
                  <a:lnTo>
                    <a:pt x="457200" y="2853267"/>
                  </a:lnTo>
                  <a:lnTo>
                    <a:pt x="0" y="2844800"/>
                  </a:lnTo>
                  <a:cubicBezTo>
                    <a:pt x="2822" y="1905000"/>
                    <a:pt x="5645" y="965200"/>
                    <a:pt x="0" y="0"/>
                  </a:cubicBezTo>
                  <a:close/>
                </a:path>
              </a:pathLst>
            </a:custGeom>
            <a:solidFill>
              <a:schemeClr val="accent1">
                <a:alpha val="85000"/>
              </a:schemeClr>
            </a:solidFill>
            <a:ln>
              <a:noFill/>
            </a:ln>
            <a:effectLst/>
          </p:spPr>
          <p:style>
            <a:lnRef idx="1">
              <a:schemeClr val="accent1"/>
            </a:lnRef>
            <a:fillRef idx="3">
              <a:schemeClr val="accent1"/>
            </a:fillRef>
            <a:effectRef idx="2">
              <a:schemeClr val="accent1"/>
            </a:effectRef>
            <a:fontRef idx="minor">
              <a:schemeClr val="lt1"/>
            </a:fontRef>
          </p:style>
        </p:sp>
        <p:cxnSp>
          <p:nvCxnSpPr>
            <p:cNvPr id="8" name="Straight Connector 7"/>
            <p:cNvCxnSpPr/>
            <p:nvPr/>
          </p:nvCxnSpPr>
          <p:spPr>
            <a:xfrm flipV="1">
              <a:off x="5130830" y="4175605"/>
              <a:ext cx="4022475" cy="2682396"/>
            </a:xfrm>
            <a:prstGeom prst="line">
              <a:avLst/>
            </a:prstGeom>
            <a:ln w="9525">
              <a:solidFill>
                <a:schemeClr val="bg1">
                  <a:lumMod val="85000"/>
                </a:schemeClr>
              </a:solidFill>
            </a:ln>
          </p:spPr>
          <p:style>
            <a:lnRef idx="2">
              <a:schemeClr val="accent1"/>
            </a:lnRef>
            <a:fillRef idx="0">
              <a:schemeClr val="accent1"/>
            </a:fillRef>
            <a:effectRef idx="1">
              <a:schemeClr val="accent1"/>
            </a:effectRef>
            <a:fontRef idx="minor">
              <a:schemeClr val="tx1"/>
            </a:fontRef>
          </p:style>
        </p:cxnSp>
        <p:cxnSp>
          <p:nvCxnSpPr>
            <p:cNvPr id="9" name="Straight Connector 8"/>
            <p:cNvCxnSpPr/>
            <p:nvPr/>
          </p:nvCxnSpPr>
          <p:spPr>
            <a:xfrm>
              <a:off x="7042707" y="0"/>
              <a:ext cx="1219200" cy="6858000"/>
            </a:xfrm>
            <a:prstGeom prst="line">
              <a:avLst/>
            </a:prstGeom>
            <a:ln w="9525">
              <a:solidFill>
                <a:schemeClr val="bg1">
                  <a:lumMod val="75000"/>
                </a:schemeClr>
              </a:solidFill>
            </a:ln>
          </p:spPr>
          <p:style>
            <a:lnRef idx="2">
              <a:schemeClr val="accent1"/>
            </a:lnRef>
            <a:fillRef idx="0">
              <a:schemeClr val="accent1"/>
            </a:fillRef>
            <a:effectRef idx="1">
              <a:schemeClr val="accent1"/>
            </a:effectRef>
            <a:fontRef idx="minor">
              <a:schemeClr val="tx1"/>
            </a:fontRef>
          </p:style>
        </p:cxnSp>
        <p:sp>
          <p:nvSpPr>
            <p:cNvPr id="10" name="Freeform 9"/>
            <p:cNvSpPr/>
            <p:nvPr/>
          </p:nvSpPr>
          <p:spPr>
            <a:xfrm>
              <a:off x="6891896" y="1"/>
              <a:ext cx="2269442" cy="6866466"/>
            </a:xfrm>
            <a:custGeom>
              <a:avLst/>
              <a:gdLst/>
              <a:ahLst/>
              <a:cxnLst/>
              <a:rect l="l" t="t" r="r" b="b"/>
              <a:pathLst>
                <a:path w="2269442" h="6866466">
                  <a:moveTo>
                    <a:pt x="2023534" y="0"/>
                  </a:moveTo>
                  <a:lnTo>
                    <a:pt x="0" y="6858000"/>
                  </a:lnTo>
                  <a:lnTo>
                    <a:pt x="2269067" y="6866466"/>
                  </a:lnTo>
                  <a:cubicBezTo>
                    <a:pt x="2271889" y="4580466"/>
                    <a:pt x="2257778" y="2294466"/>
                    <a:pt x="2260600" y="8466"/>
                  </a:cubicBezTo>
                  <a:lnTo>
                    <a:pt x="2023534" y="0"/>
                  </a:lnTo>
                  <a:close/>
                </a:path>
              </a:pathLst>
            </a:custGeom>
            <a:solidFill>
              <a:schemeClr val="accent1">
                <a:alpha val="30000"/>
              </a:schemeClr>
            </a:solidFill>
            <a:ln>
              <a:noFill/>
            </a:ln>
            <a:effectLst/>
          </p:spPr>
          <p:style>
            <a:lnRef idx="1">
              <a:schemeClr val="accent1"/>
            </a:lnRef>
            <a:fillRef idx="3">
              <a:schemeClr val="accent1"/>
            </a:fillRef>
            <a:effectRef idx="2">
              <a:schemeClr val="accent1"/>
            </a:effectRef>
            <a:fontRef idx="minor">
              <a:schemeClr val="lt1"/>
            </a:fontRef>
          </p:style>
        </p:sp>
        <p:sp>
          <p:nvSpPr>
            <p:cNvPr id="11" name="Freeform 10"/>
            <p:cNvSpPr/>
            <p:nvPr/>
          </p:nvSpPr>
          <p:spPr>
            <a:xfrm>
              <a:off x="7205158" y="-8467"/>
              <a:ext cx="1948147" cy="6866467"/>
            </a:xfrm>
            <a:custGeom>
              <a:avLst/>
              <a:gdLst/>
              <a:ahLst/>
              <a:cxnLst/>
              <a:rect l="l" t="t" r="r" b="b"/>
              <a:pathLst>
                <a:path w="1948147" h="6866467">
                  <a:moveTo>
                    <a:pt x="0" y="0"/>
                  </a:moveTo>
                  <a:lnTo>
                    <a:pt x="1202267" y="6866467"/>
                  </a:lnTo>
                  <a:lnTo>
                    <a:pt x="1947333" y="6866467"/>
                  </a:lnTo>
                  <a:cubicBezTo>
                    <a:pt x="1944511" y="4577645"/>
                    <a:pt x="1950155" y="2288822"/>
                    <a:pt x="1947333" y="0"/>
                  </a:cubicBez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sp>
        <p:sp>
          <p:nvSpPr>
            <p:cNvPr id="12" name="Freeform 11"/>
            <p:cNvSpPr/>
            <p:nvPr/>
          </p:nvSpPr>
          <p:spPr>
            <a:xfrm>
              <a:off x="6637896" y="3920066"/>
              <a:ext cx="2513565" cy="2937933"/>
            </a:xfrm>
            <a:custGeom>
              <a:avLst/>
              <a:gdLst/>
              <a:ahLst/>
              <a:cxnLst/>
              <a:rect l="l" t="t" r="r" b="b"/>
              <a:pathLst>
                <a:path w="3259667" h="3810000">
                  <a:moveTo>
                    <a:pt x="0" y="3810000"/>
                  </a:moveTo>
                  <a:lnTo>
                    <a:pt x="3251200" y="0"/>
                  </a:lnTo>
                  <a:cubicBezTo>
                    <a:pt x="3254022" y="1270000"/>
                    <a:pt x="3256845" y="2540000"/>
                    <a:pt x="3259667" y="3810000"/>
                  </a:cubicBezTo>
                  <a:lnTo>
                    <a:pt x="0" y="3810000"/>
                  </a:lnTo>
                  <a:close/>
                </a:path>
              </a:pathLst>
            </a:custGeom>
            <a:solidFill>
              <a:schemeClr val="accent2">
                <a:alpha val="72000"/>
              </a:schemeClr>
            </a:solidFill>
            <a:ln>
              <a:noFill/>
            </a:ln>
            <a:effectLst/>
          </p:spPr>
          <p:style>
            <a:lnRef idx="1">
              <a:schemeClr val="accent1"/>
            </a:lnRef>
            <a:fillRef idx="3">
              <a:schemeClr val="accent1"/>
            </a:fillRef>
            <a:effectRef idx="2">
              <a:schemeClr val="accent1"/>
            </a:effectRef>
            <a:fontRef idx="minor">
              <a:schemeClr val="lt1"/>
            </a:fontRef>
          </p:style>
        </p:sp>
        <p:sp>
          <p:nvSpPr>
            <p:cNvPr id="13" name="Freeform 12"/>
            <p:cNvSpPr/>
            <p:nvPr/>
          </p:nvSpPr>
          <p:spPr>
            <a:xfrm>
              <a:off x="7010429" y="-8467"/>
              <a:ext cx="2142876" cy="6866467"/>
            </a:xfrm>
            <a:custGeom>
              <a:avLst/>
              <a:gdLst/>
              <a:ahLst/>
              <a:cxnLst/>
              <a:rect l="l" t="t" r="r" b="b"/>
              <a:pathLst>
                <a:path w="2853267" h="6866467">
                  <a:moveTo>
                    <a:pt x="0" y="0"/>
                  </a:moveTo>
                  <a:lnTo>
                    <a:pt x="2472267" y="6866467"/>
                  </a:lnTo>
                  <a:lnTo>
                    <a:pt x="2853267" y="6858000"/>
                  </a:lnTo>
                  <a:lnTo>
                    <a:pt x="2853267" y="0"/>
                  </a:lnTo>
                  <a:lnTo>
                    <a:pt x="0" y="0"/>
                  </a:lnTo>
                  <a:close/>
                </a:path>
              </a:pathLst>
            </a:custGeom>
            <a:solidFill>
              <a:schemeClr val="accent2">
                <a:lumMod val="75000"/>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14" name="Freeform 13"/>
            <p:cNvSpPr/>
            <p:nvPr/>
          </p:nvSpPr>
          <p:spPr>
            <a:xfrm>
              <a:off x="8295776" y="-8467"/>
              <a:ext cx="857530" cy="6866467"/>
            </a:xfrm>
            <a:custGeom>
              <a:avLst/>
              <a:gdLst/>
              <a:ahLst/>
              <a:cxnLst/>
              <a:rect l="l" t="t" r="r" b="b"/>
              <a:pathLst>
                <a:path w="1286933" h="6866467">
                  <a:moveTo>
                    <a:pt x="1016000" y="0"/>
                  </a:moveTo>
                  <a:lnTo>
                    <a:pt x="0" y="6866467"/>
                  </a:lnTo>
                  <a:lnTo>
                    <a:pt x="1286933" y="6866467"/>
                  </a:lnTo>
                  <a:cubicBezTo>
                    <a:pt x="1284111" y="4577645"/>
                    <a:pt x="1281288" y="2288822"/>
                    <a:pt x="1278466" y="0"/>
                  </a:cubicBezTo>
                  <a:lnTo>
                    <a:pt x="1016000" y="0"/>
                  </a:lnTo>
                  <a:close/>
                </a:path>
              </a:pathLst>
            </a:custGeom>
            <a:solidFill>
              <a:schemeClr val="accent1">
                <a:lumMod val="60000"/>
                <a:lumOff val="40000"/>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15" name="Freeform 14"/>
            <p:cNvSpPr/>
            <p:nvPr/>
          </p:nvSpPr>
          <p:spPr>
            <a:xfrm>
              <a:off x="8077231" y="-8468"/>
              <a:ext cx="1066770" cy="6866467"/>
            </a:xfrm>
            <a:custGeom>
              <a:avLst/>
              <a:gdLst/>
              <a:ahLst/>
              <a:cxnLst/>
              <a:rect l="l" t="t" r="r" b="b"/>
              <a:pathLst>
                <a:path w="1270244" h="6866467">
                  <a:moveTo>
                    <a:pt x="0" y="0"/>
                  </a:moveTo>
                  <a:lnTo>
                    <a:pt x="1117600" y="6866467"/>
                  </a:lnTo>
                  <a:lnTo>
                    <a:pt x="1270000" y="6866467"/>
                  </a:lnTo>
                  <a:cubicBezTo>
                    <a:pt x="1272822" y="4574822"/>
                    <a:pt x="1250245" y="2291645"/>
                    <a:pt x="1253067" y="0"/>
                  </a:cubicBezTo>
                  <a:lnTo>
                    <a:pt x="0" y="0"/>
                  </a:lnTo>
                  <a:close/>
                </a:path>
              </a:pathLst>
            </a:custGeom>
            <a:solidFill>
              <a:schemeClr val="accent1">
                <a:alpha val="65000"/>
              </a:schemeClr>
            </a:solidFill>
            <a:ln>
              <a:noFill/>
            </a:ln>
            <a:effectLst/>
          </p:spPr>
          <p:style>
            <a:lnRef idx="1">
              <a:schemeClr val="accent1"/>
            </a:lnRef>
            <a:fillRef idx="3">
              <a:schemeClr val="accent1"/>
            </a:fillRef>
            <a:effectRef idx="2">
              <a:schemeClr val="accent1"/>
            </a:effectRef>
            <a:fontRef idx="minor">
              <a:schemeClr val="lt1"/>
            </a:fontRef>
          </p:style>
        </p:sp>
        <p:sp>
          <p:nvSpPr>
            <p:cNvPr id="16" name="Freeform 15"/>
            <p:cNvSpPr/>
            <p:nvPr/>
          </p:nvSpPr>
          <p:spPr>
            <a:xfrm>
              <a:off x="8060297" y="4893733"/>
              <a:ext cx="1094086" cy="1964267"/>
            </a:xfrm>
            <a:custGeom>
              <a:avLst/>
              <a:gdLst/>
              <a:ahLst/>
              <a:cxnLst/>
              <a:rect l="l" t="t" r="r" b="b"/>
              <a:pathLst>
                <a:path w="1820333" h="3268133">
                  <a:moveTo>
                    <a:pt x="0" y="3268133"/>
                  </a:moveTo>
                  <a:lnTo>
                    <a:pt x="1811866" y="0"/>
                  </a:lnTo>
                  <a:cubicBezTo>
                    <a:pt x="1814688" y="1086555"/>
                    <a:pt x="1817511" y="2173111"/>
                    <a:pt x="1820333" y="3259666"/>
                  </a:cubicBezTo>
                  <a:lnTo>
                    <a:pt x="0" y="3268133"/>
                  </a:lnTo>
                  <a:close/>
                </a:path>
              </a:pathLst>
            </a:custGeom>
            <a:solidFill>
              <a:schemeClr val="accent1">
                <a:alpha val="80000"/>
              </a:schemeClr>
            </a:solidFill>
            <a:ln>
              <a:noFill/>
            </a:ln>
            <a:effectLst/>
          </p:spPr>
          <p:style>
            <a:lnRef idx="1">
              <a:schemeClr val="accent1"/>
            </a:lnRef>
            <a:fillRef idx="3">
              <a:schemeClr val="accent1"/>
            </a:fillRef>
            <a:effectRef idx="2">
              <a:schemeClr val="accent1"/>
            </a:effectRef>
            <a:fontRef idx="minor">
              <a:schemeClr val="lt1"/>
            </a:fontRef>
          </p:style>
        </p:sp>
      </p:grpSp>
      <p:sp>
        <p:nvSpPr>
          <p:cNvPr id="2" name="Title Placeholder 1"/>
          <p:cNvSpPr>
            <a:spLocks noGrp="1"/>
          </p:cNvSpPr>
          <p:nvPr>
            <p:ph type="title"/>
          </p:nvPr>
        </p:nvSpPr>
        <p:spPr>
          <a:xfrm>
            <a:off x="609599" y="609600"/>
            <a:ext cx="6347713" cy="1320800"/>
          </a:xfrm>
          <a:prstGeom prst="rect">
            <a:avLst/>
          </a:prstGeom>
        </p:spPr>
        <p:txBody>
          <a:bodyPr vert="horz" lIns="91440" tIns="45720" rIns="91440" bIns="45720" rtlCol="0" anchor="t">
            <a:normAutofit/>
          </a:bodyPr>
          <a:lstStyle/>
          <a:p>
            <a:r>
              <a:rPr lang="en-US"/>
              <a:t>Click to edit Master title style</a:t>
            </a:r>
            <a:endParaRPr lang="en-US" dirty="0"/>
          </a:p>
        </p:txBody>
      </p:sp>
      <p:sp>
        <p:nvSpPr>
          <p:cNvPr id="3" name="Text Placeholder 2"/>
          <p:cNvSpPr>
            <a:spLocks noGrp="1"/>
          </p:cNvSpPr>
          <p:nvPr>
            <p:ph type="body" idx="1"/>
          </p:nvPr>
        </p:nvSpPr>
        <p:spPr>
          <a:xfrm>
            <a:off x="609599" y="2160590"/>
            <a:ext cx="6347714" cy="388077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5405258" y="6041363"/>
            <a:ext cx="684132" cy="365125"/>
          </a:xfrm>
          <a:prstGeom prst="rect">
            <a:avLst/>
          </a:prstGeom>
        </p:spPr>
        <p:txBody>
          <a:bodyPr vert="horz" lIns="91440" tIns="45720" rIns="91440" bIns="45720" rtlCol="0" anchor="ctr"/>
          <a:lstStyle>
            <a:lvl1pPr algn="r">
              <a:defRPr sz="900">
                <a:solidFill>
                  <a:schemeClr val="tx1">
                    <a:tint val="75000"/>
                  </a:schemeClr>
                </a:solidFill>
              </a:defRPr>
            </a:lvl1pPr>
          </a:lstStyle>
          <a:p>
            <a:fld id="{81B80BC0-3303-4A79-9D76-CA6CE4E2BA8B}" type="datetimeFigureOut">
              <a:rPr lang="en-US" smtClean="0"/>
              <a:pPr/>
              <a:t>6/24/2024</a:t>
            </a:fld>
            <a:endParaRPr lang="en-US"/>
          </a:p>
        </p:txBody>
      </p:sp>
      <p:sp>
        <p:nvSpPr>
          <p:cNvPr id="5" name="Footer Placeholder 4"/>
          <p:cNvSpPr>
            <a:spLocks noGrp="1"/>
          </p:cNvSpPr>
          <p:nvPr>
            <p:ph type="ftr" sz="quarter" idx="3"/>
          </p:nvPr>
        </p:nvSpPr>
        <p:spPr>
          <a:xfrm>
            <a:off x="609599" y="6041363"/>
            <a:ext cx="4622973" cy="365125"/>
          </a:xfrm>
          <a:prstGeom prst="rect">
            <a:avLst/>
          </a:prstGeom>
        </p:spPr>
        <p:txBody>
          <a:bodyPr vert="horz" lIns="91440" tIns="45720" rIns="91440" bIns="45720" rtlCol="0" anchor="ctr"/>
          <a:lstStyle>
            <a:lvl1pPr algn="l">
              <a:defRPr sz="9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444676" y="6041363"/>
            <a:ext cx="512638" cy="365125"/>
          </a:xfrm>
          <a:prstGeom prst="rect">
            <a:avLst/>
          </a:prstGeom>
        </p:spPr>
        <p:txBody>
          <a:bodyPr vert="horz" lIns="91440" tIns="45720" rIns="91440" bIns="45720" rtlCol="0" anchor="ctr"/>
          <a:lstStyle>
            <a:lvl1pPr algn="r">
              <a:defRPr sz="900">
                <a:solidFill>
                  <a:schemeClr val="accent1"/>
                </a:solidFill>
              </a:defRPr>
            </a:lvl1pPr>
          </a:lstStyle>
          <a:p>
            <a:fld id="{6CAC631D-3591-4B1F-90F0-5FA056C326BF}" type="slidenum">
              <a:rPr lang="en-US" smtClean="0"/>
              <a:pPr/>
              <a:t>‹#›</a:t>
            </a:fld>
            <a:endParaRPr lang="en-US"/>
          </a:p>
        </p:txBody>
      </p:sp>
    </p:spTree>
    <p:extLst>
      <p:ext uri="{BB962C8B-B14F-4D97-AF65-F5344CB8AC3E}">
        <p14:creationId xmlns:p14="http://schemas.microsoft.com/office/powerpoint/2010/main" val="2251715597"/>
      </p:ext>
    </p:extLst>
  </p:cSld>
  <p:clrMap bg1="lt1" tx1="dk1" bg2="lt2" tx2="dk2" accent1="accent1" accent2="accent2" accent3="accent3" accent4="accent4" accent5="accent5" accent6="accent6" hlink="hlink" folHlink="folHlink"/>
  <p:sldLayoutIdLst>
    <p:sldLayoutId id="2147483714" r:id="rId1"/>
    <p:sldLayoutId id="2147483715" r:id="rId2"/>
    <p:sldLayoutId id="2147483716" r:id="rId3"/>
    <p:sldLayoutId id="2147483717" r:id="rId4"/>
    <p:sldLayoutId id="2147483718" r:id="rId5"/>
    <p:sldLayoutId id="2147483719" r:id="rId6"/>
    <p:sldLayoutId id="2147483720" r:id="rId7"/>
    <p:sldLayoutId id="2147483721" r:id="rId8"/>
    <p:sldLayoutId id="2147483722" r:id="rId9"/>
    <p:sldLayoutId id="2147483723" r:id="rId10"/>
    <p:sldLayoutId id="2147483724" r:id="rId11"/>
    <p:sldLayoutId id="2147483725" r:id="rId12"/>
    <p:sldLayoutId id="2147483726" r:id="rId13"/>
    <p:sldLayoutId id="2147483727" r:id="rId14"/>
    <p:sldLayoutId id="2147483728" r:id="rId15"/>
    <p:sldLayoutId id="2147483729" r:id="rId16"/>
  </p:sldLayoutIdLst>
  <p:transition>
    <p:dissolve/>
  </p:transition>
  <p:txStyles>
    <p:titleStyle>
      <a:lvl1pPr algn="l" defTabSz="457200" rtl="0" eaLnBrk="1" latinLnBrk="0" hangingPunct="1">
        <a:spcBef>
          <a:spcPct val="0"/>
        </a:spcBef>
        <a:buNone/>
        <a:defRPr sz="3600" kern="1200">
          <a:solidFill>
            <a:schemeClr val="accent1"/>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42900" indent="-342900" algn="l" defTabSz="457200" rtl="0" eaLnBrk="1" latinLnBrk="0" hangingPunct="1">
        <a:spcBef>
          <a:spcPts val="1000"/>
        </a:spcBef>
        <a:spcAft>
          <a:spcPts val="0"/>
        </a:spcAft>
        <a:buClr>
          <a:schemeClr val="accent1"/>
        </a:buClr>
        <a:buSzPct val="80000"/>
        <a:buFont typeface="Wingdings 3" charset="2"/>
        <a:buChar char=""/>
        <a:defRPr sz="1800" kern="1200">
          <a:solidFill>
            <a:schemeClr val="tx1">
              <a:lumMod val="75000"/>
              <a:lumOff val="25000"/>
            </a:schemeClr>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grpSp>
        <p:nvGrpSpPr>
          <p:cNvPr id="17" name="Group 16"/>
          <p:cNvGrpSpPr/>
          <p:nvPr/>
        </p:nvGrpSpPr>
        <p:grpSpPr>
          <a:xfrm>
            <a:off x="-8467" y="-8468"/>
            <a:ext cx="9169805" cy="6874935"/>
            <a:chOff x="-8467" y="-8468"/>
            <a:chExt cx="9169805" cy="6874935"/>
          </a:xfrm>
        </p:grpSpPr>
        <p:sp>
          <p:nvSpPr>
            <p:cNvPr id="7" name="Freeform 6"/>
            <p:cNvSpPr/>
            <p:nvPr/>
          </p:nvSpPr>
          <p:spPr>
            <a:xfrm>
              <a:off x="-8467" y="4013200"/>
              <a:ext cx="457200" cy="2853267"/>
            </a:xfrm>
            <a:custGeom>
              <a:avLst/>
              <a:gdLst/>
              <a:ahLst/>
              <a:cxnLst/>
              <a:rect l="l" t="t" r="r" b="b"/>
              <a:pathLst>
                <a:path w="457200" h="2853267">
                  <a:moveTo>
                    <a:pt x="0" y="0"/>
                  </a:moveTo>
                  <a:lnTo>
                    <a:pt x="457200" y="2853267"/>
                  </a:lnTo>
                  <a:lnTo>
                    <a:pt x="0" y="2844800"/>
                  </a:lnTo>
                  <a:cubicBezTo>
                    <a:pt x="2822" y="1905000"/>
                    <a:pt x="5645" y="965200"/>
                    <a:pt x="0" y="0"/>
                  </a:cubicBezTo>
                  <a:close/>
                </a:path>
              </a:pathLst>
            </a:custGeom>
            <a:solidFill>
              <a:schemeClr val="accent1">
                <a:alpha val="85000"/>
              </a:schemeClr>
            </a:solidFill>
            <a:ln>
              <a:noFill/>
            </a:ln>
            <a:effectLst/>
          </p:spPr>
          <p:style>
            <a:lnRef idx="1">
              <a:schemeClr val="accent1"/>
            </a:lnRef>
            <a:fillRef idx="3">
              <a:schemeClr val="accent1"/>
            </a:fillRef>
            <a:effectRef idx="2">
              <a:schemeClr val="accent1"/>
            </a:effectRef>
            <a:fontRef idx="minor">
              <a:schemeClr val="lt1"/>
            </a:fontRef>
          </p:style>
        </p:sp>
        <p:cxnSp>
          <p:nvCxnSpPr>
            <p:cNvPr id="8" name="Straight Connector 7"/>
            <p:cNvCxnSpPr/>
            <p:nvPr/>
          </p:nvCxnSpPr>
          <p:spPr>
            <a:xfrm flipV="1">
              <a:off x="5130830" y="4175605"/>
              <a:ext cx="4022475" cy="2682396"/>
            </a:xfrm>
            <a:prstGeom prst="line">
              <a:avLst/>
            </a:prstGeom>
            <a:ln w="9525">
              <a:solidFill>
                <a:schemeClr val="bg1">
                  <a:lumMod val="85000"/>
                </a:schemeClr>
              </a:solidFill>
            </a:ln>
          </p:spPr>
          <p:style>
            <a:lnRef idx="2">
              <a:schemeClr val="accent1"/>
            </a:lnRef>
            <a:fillRef idx="0">
              <a:schemeClr val="accent1"/>
            </a:fillRef>
            <a:effectRef idx="1">
              <a:schemeClr val="accent1"/>
            </a:effectRef>
            <a:fontRef idx="minor">
              <a:schemeClr val="tx1"/>
            </a:fontRef>
          </p:style>
        </p:cxnSp>
        <p:cxnSp>
          <p:nvCxnSpPr>
            <p:cNvPr id="9" name="Straight Connector 8"/>
            <p:cNvCxnSpPr/>
            <p:nvPr/>
          </p:nvCxnSpPr>
          <p:spPr>
            <a:xfrm>
              <a:off x="7042707" y="0"/>
              <a:ext cx="1219200" cy="6858000"/>
            </a:xfrm>
            <a:prstGeom prst="line">
              <a:avLst/>
            </a:prstGeom>
            <a:ln w="9525">
              <a:solidFill>
                <a:schemeClr val="bg1">
                  <a:lumMod val="75000"/>
                </a:schemeClr>
              </a:solidFill>
            </a:ln>
          </p:spPr>
          <p:style>
            <a:lnRef idx="2">
              <a:schemeClr val="accent1"/>
            </a:lnRef>
            <a:fillRef idx="0">
              <a:schemeClr val="accent1"/>
            </a:fillRef>
            <a:effectRef idx="1">
              <a:schemeClr val="accent1"/>
            </a:effectRef>
            <a:fontRef idx="minor">
              <a:schemeClr val="tx1"/>
            </a:fontRef>
          </p:style>
        </p:cxnSp>
        <p:sp>
          <p:nvSpPr>
            <p:cNvPr id="10" name="Freeform 9"/>
            <p:cNvSpPr/>
            <p:nvPr/>
          </p:nvSpPr>
          <p:spPr>
            <a:xfrm>
              <a:off x="6891896" y="1"/>
              <a:ext cx="2269442" cy="6866466"/>
            </a:xfrm>
            <a:custGeom>
              <a:avLst/>
              <a:gdLst/>
              <a:ahLst/>
              <a:cxnLst/>
              <a:rect l="l" t="t" r="r" b="b"/>
              <a:pathLst>
                <a:path w="2269442" h="6866466">
                  <a:moveTo>
                    <a:pt x="2023534" y="0"/>
                  </a:moveTo>
                  <a:lnTo>
                    <a:pt x="0" y="6858000"/>
                  </a:lnTo>
                  <a:lnTo>
                    <a:pt x="2269067" y="6866466"/>
                  </a:lnTo>
                  <a:cubicBezTo>
                    <a:pt x="2271889" y="4580466"/>
                    <a:pt x="2257778" y="2294466"/>
                    <a:pt x="2260600" y="8466"/>
                  </a:cubicBezTo>
                  <a:lnTo>
                    <a:pt x="2023534" y="0"/>
                  </a:lnTo>
                  <a:close/>
                </a:path>
              </a:pathLst>
            </a:custGeom>
            <a:solidFill>
              <a:schemeClr val="accent1">
                <a:alpha val="30000"/>
              </a:schemeClr>
            </a:solidFill>
            <a:ln>
              <a:noFill/>
            </a:ln>
            <a:effectLst/>
          </p:spPr>
          <p:style>
            <a:lnRef idx="1">
              <a:schemeClr val="accent1"/>
            </a:lnRef>
            <a:fillRef idx="3">
              <a:schemeClr val="accent1"/>
            </a:fillRef>
            <a:effectRef idx="2">
              <a:schemeClr val="accent1"/>
            </a:effectRef>
            <a:fontRef idx="minor">
              <a:schemeClr val="lt1"/>
            </a:fontRef>
          </p:style>
        </p:sp>
        <p:sp>
          <p:nvSpPr>
            <p:cNvPr id="11" name="Freeform 10"/>
            <p:cNvSpPr/>
            <p:nvPr/>
          </p:nvSpPr>
          <p:spPr>
            <a:xfrm>
              <a:off x="7205158" y="-8467"/>
              <a:ext cx="1948147" cy="6866467"/>
            </a:xfrm>
            <a:custGeom>
              <a:avLst/>
              <a:gdLst/>
              <a:ahLst/>
              <a:cxnLst/>
              <a:rect l="l" t="t" r="r" b="b"/>
              <a:pathLst>
                <a:path w="1948147" h="6866467">
                  <a:moveTo>
                    <a:pt x="0" y="0"/>
                  </a:moveTo>
                  <a:lnTo>
                    <a:pt x="1202267" y="6866467"/>
                  </a:lnTo>
                  <a:lnTo>
                    <a:pt x="1947333" y="6866467"/>
                  </a:lnTo>
                  <a:cubicBezTo>
                    <a:pt x="1944511" y="4577645"/>
                    <a:pt x="1950155" y="2288822"/>
                    <a:pt x="1947333" y="0"/>
                  </a:cubicBez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sp>
        <p:sp>
          <p:nvSpPr>
            <p:cNvPr id="12" name="Freeform 11"/>
            <p:cNvSpPr/>
            <p:nvPr/>
          </p:nvSpPr>
          <p:spPr>
            <a:xfrm>
              <a:off x="6637896" y="3920066"/>
              <a:ext cx="2513565" cy="2937933"/>
            </a:xfrm>
            <a:custGeom>
              <a:avLst/>
              <a:gdLst/>
              <a:ahLst/>
              <a:cxnLst/>
              <a:rect l="l" t="t" r="r" b="b"/>
              <a:pathLst>
                <a:path w="3259667" h="3810000">
                  <a:moveTo>
                    <a:pt x="0" y="3810000"/>
                  </a:moveTo>
                  <a:lnTo>
                    <a:pt x="3251200" y="0"/>
                  </a:lnTo>
                  <a:cubicBezTo>
                    <a:pt x="3254022" y="1270000"/>
                    <a:pt x="3256845" y="2540000"/>
                    <a:pt x="3259667" y="3810000"/>
                  </a:cubicBezTo>
                  <a:lnTo>
                    <a:pt x="0" y="3810000"/>
                  </a:lnTo>
                  <a:close/>
                </a:path>
              </a:pathLst>
            </a:custGeom>
            <a:solidFill>
              <a:schemeClr val="accent2">
                <a:alpha val="72000"/>
              </a:schemeClr>
            </a:solidFill>
            <a:ln>
              <a:noFill/>
            </a:ln>
            <a:effectLst/>
          </p:spPr>
          <p:style>
            <a:lnRef idx="1">
              <a:schemeClr val="accent1"/>
            </a:lnRef>
            <a:fillRef idx="3">
              <a:schemeClr val="accent1"/>
            </a:fillRef>
            <a:effectRef idx="2">
              <a:schemeClr val="accent1"/>
            </a:effectRef>
            <a:fontRef idx="minor">
              <a:schemeClr val="lt1"/>
            </a:fontRef>
          </p:style>
        </p:sp>
        <p:sp>
          <p:nvSpPr>
            <p:cNvPr id="13" name="Freeform 12"/>
            <p:cNvSpPr/>
            <p:nvPr/>
          </p:nvSpPr>
          <p:spPr>
            <a:xfrm>
              <a:off x="7010429" y="-8467"/>
              <a:ext cx="2142876" cy="6866467"/>
            </a:xfrm>
            <a:custGeom>
              <a:avLst/>
              <a:gdLst/>
              <a:ahLst/>
              <a:cxnLst/>
              <a:rect l="l" t="t" r="r" b="b"/>
              <a:pathLst>
                <a:path w="2853267" h="6866467">
                  <a:moveTo>
                    <a:pt x="0" y="0"/>
                  </a:moveTo>
                  <a:lnTo>
                    <a:pt x="2472267" y="6866467"/>
                  </a:lnTo>
                  <a:lnTo>
                    <a:pt x="2853267" y="6858000"/>
                  </a:lnTo>
                  <a:lnTo>
                    <a:pt x="2853267" y="0"/>
                  </a:lnTo>
                  <a:lnTo>
                    <a:pt x="0" y="0"/>
                  </a:lnTo>
                  <a:close/>
                </a:path>
              </a:pathLst>
            </a:custGeom>
            <a:solidFill>
              <a:schemeClr val="accent2">
                <a:lumMod val="75000"/>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14" name="Freeform 13"/>
            <p:cNvSpPr/>
            <p:nvPr/>
          </p:nvSpPr>
          <p:spPr>
            <a:xfrm>
              <a:off x="8295776" y="-8467"/>
              <a:ext cx="857530" cy="6866467"/>
            </a:xfrm>
            <a:custGeom>
              <a:avLst/>
              <a:gdLst/>
              <a:ahLst/>
              <a:cxnLst/>
              <a:rect l="l" t="t" r="r" b="b"/>
              <a:pathLst>
                <a:path w="1286933" h="6866467">
                  <a:moveTo>
                    <a:pt x="1016000" y="0"/>
                  </a:moveTo>
                  <a:lnTo>
                    <a:pt x="0" y="6866467"/>
                  </a:lnTo>
                  <a:lnTo>
                    <a:pt x="1286933" y="6866467"/>
                  </a:lnTo>
                  <a:cubicBezTo>
                    <a:pt x="1284111" y="4577645"/>
                    <a:pt x="1281288" y="2288822"/>
                    <a:pt x="1278466" y="0"/>
                  </a:cubicBezTo>
                  <a:lnTo>
                    <a:pt x="1016000" y="0"/>
                  </a:lnTo>
                  <a:close/>
                </a:path>
              </a:pathLst>
            </a:custGeom>
            <a:solidFill>
              <a:schemeClr val="accent1">
                <a:lumMod val="60000"/>
                <a:lumOff val="40000"/>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15" name="Freeform 14"/>
            <p:cNvSpPr/>
            <p:nvPr/>
          </p:nvSpPr>
          <p:spPr>
            <a:xfrm>
              <a:off x="8077231" y="-8468"/>
              <a:ext cx="1066770" cy="6866467"/>
            </a:xfrm>
            <a:custGeom>
              <a:avLst/>
              <a:gdLst/>
              <a:ahLst/>
              <a:cxnLst/>
              <a:rect l="l" t="t" r="r" b="b"/>
              <a:pathLst>
                <a:path w="1270244" h="6866467">
                  <a:moveTo>
                    <a:pt x="0" y="0"/>
                  </a:moveTo>
                  <a:lnTo>
                    <a:pt x="1117600" y="6866467"/>
                  </a:lnTo>
                  <a:lnTo>
                    <a:pt x="1270000" y="6866467"/>
                  </a:lnTo>
                  <a:cubicBezTo>
                    <a:pt x="1272822" y="4574822"/>
                    <a:pt x="1250245" y="2291645"/>
                    <a:pt x="1253067" y="0"/>
                  </a:cubicBezTo>
                  <a:lnTo>
                    <a:pt x="0" y="0"/>
                  </a:lnTo>
                  <a:close/>
                </a:path>
              </a:pathLst>
            </a:custGeom>
            <a:solidFill>
              <a:schemeClr val="accent1">
                <a:alpha val="65000"/>
              </a:schemeClr>
            </a:solidFill>
            <a:ln>
              <a:noFill/>
            </a:ln>
            <a:effectLst/>
          </p:spPr>
          <p:style>
            <a:lnRef idx="1">
              <a:schemeClr val="accent1"/>
            </a:lnRef>
            <a:fillRef idx="3">
              <a:schemeClr val="accent1"/>
            </a:fillRef>
            <a:effectRef idx="2">
              <a:schemeClr val="accent1"/>
            </a:effectRef>
            <a:fontRef idx="minor">
              <a:schemeClr val="lt1"/>
            </a:fontRef>
          </p:style>
        </p:sp>
        <p:sp>
          <p:nvSpPr>
            <p:cNvPr id="16" name="Freeform 15"/>
            <p:cNvSpPr/>
            <p:nvPr/>
          </p:nvSpPr>
          <p:spPr>
            <a:xfrm>
              <a:off x="8060297" y="4893733"/>
              <a:ext cx="1094086" cy="1964267"/>
            </a:xfrm>
            <a:custGeom>
              <a:avLst/>
              <a:gdLst/>
              <a:ahLst/>
              <a:cxnLst/>
              <a:rect l="l" t="t" r="r" b="b"/>
              <a:pathLst>
                <a:path w="1820333" h="3268133">
                  <a:moveTo>
                    <a:pt x="0" y="3268133"/>
                  </a:moveTo>
                  <a:lnTo>
                    <a:pt x="1811866" y="0"/>
                  </a:lnTo>
                  <a:cubicBezTo>
                    <a:pt x="1814688" y="1086555"/>
                    <a:pt x="1817511" y="2173111"/>
                    <a:pt x="1820333" y="3259666"/>
                  </a:cubicBezTo>
                  <a:lnTo>
                    <a:pt x="0" y="3268133"/>
                  </a:lnTo>
                  <a:close/>
                </a:path>
              </a:pathLst>
            </a:custGeom>
            <a:solidFill>
              <a:schemeClr val="accent1">
                <a:alpha val="80000"/>
              </a:schemeClr>
            </a:solidFill>
            <a:ln>
              <a:noFill/>
            </a:ln>
            <a:effectLst/>
          </p:spPr>
          <p:style>
            <a:lnRef idx="1">
              <a:schemeClr val="accent1"/>
            </a:lnRef>
            <a:fillRef idx="3">
              <a:schemeClr val="accent1"/>
            </a:fillRef>
            <a:effectRef idx="2">
              <a:schemeClr val="accent1"/>
            </a:effectRef>
            <a:fontRef idx="minor">
              <a:schemeClr val="lt1"/>
            </a:fontRef>
          </p:style>
        </p:sp>
      </p:grpSp>
      <p:sp>
        <p:nvSpPr>
          <p:cNvPr id="2" name="Title Placeholder 1"/>
          <p:cNvSpPr>
            <a:spLocks noGrp="1"/>
          </p:cNvSpPr>
          <p:nvPr>
            <p:ph type="title"/>
          </p:nvPr>
        </p:nvSpPr>
        <p:spPr>
          <a:xfrm>
            <a:off x="609599" y="609600"/>
            <a:ext cx="6347713" cy="1320800"/>
          </a:xfrm>
          <a:prstGeom prst="rect">
            <a:avLst/>
          </a:prstGeom>
        </p:spPr>
        <p:txBody>
          <a:bodyPr vert="horz" lIns="91440" tIns="45720" rIns="91440" bIns="45720" rtlCol="0" anchor="t">
            <a:normAutofit/>
          </a:bodyPr>
          <a:lstStyle/>
          <a:p>
            <a:r>
              <a:rPr lang="en-US"/>
              <a:t>Click to edit Master title style</a:t>
            </a:r>
            <a:endParaRPr lang="en-US" dirty="0"/>
          </a:p>
        </p:txBody>
      </p:sp>
      <p:sp>
        <p:nvSpPr>
          <p:cNvPr id="3" name="Text Placeholder 2"/>
          <p:cNvSpPr>
            <a:spLocks noGrp="1"/>
          </p:cNvSpPr>
          <p:nvPr>
            <p:ph type="body" idx="1"/>
          </p:nvPr>
        </p:nvSpPr>
        <p:spPr>
          <a:xfrm>
            <a:off x="609599" y="2160590"/>
            <a:ext cx="6347714" cy="388077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5405258" y="6041363"/>
            <a:ext cx="684132" cy="365125"/>
          </a:xfrm>
          <a:prstGeom prst="rect">
            <a:avLst/>
          </a:prstGeom>
        </p:spPr>
        <p:txBody>
          <a:bodyPr vert="horz" lIns="91440" tIns="45720" rIns="91440" bIns="45720" rtlCol="0" anchor="ctr"/>
          <a:lstStyle>
            <a:lvl1pPr algn="r">
              <a:defRPr sz="900">
                <a:solidFill>
                  <a:schemeClr val="tx1">
                    <a:tint val="75000"/>
                  </a:schemeClr>
                </a:solidFill>
              </a:defRPr>
            </a:lvl1pPr>
          </a:lstStyle>
          <a:p>
            <a:fld id="{81B80BC0-3303-4A79-9D76-CA6CE4E2BA8B}" type="datetimeFigureOut">
              <a:rPr lang="en-US" smtClean="0"/>
              <a:pPr/>
              <a:t>6/24/2024</a:t>
            </a:fld>
            <a:endParaRPr lang="en-US"/>
          </a:p>
        </p:txBody>
      </p:sp>
      <p:sp>
        <p:nvSpPr>
          <p:cNvPr id="5" name="Footer Placeholder 4"/>
          <p:cNvSpPr>
            <a:spLocks noGrp="1"/>
          </p:cNvSpPr>
          <p:nvPr>
            <p:ph type="ftr" sz="quarter" idx="3"/>
          </p:nvPr>
        </p:nvSpPr>
        <p:spPr>
          <a:xfrm>
            <a:off x="609599" y="6041363"/>
            <a:ext cx="4622973" cy="365125"/>
          </a:xfrm>
          <a:prstGeom prst="rect">
            <a:avLst/>
          </a:prstGeom>
        </p:spPr>
        <p:txBody>
          <a:bodyPr vert="horz" lIns="91440" tIns="45720" rIns="91440" bIns="45720" rtlCol="0" anchor="ctr"/>
          <a:lstStyle>
            <a:lvl1pPr algn="l">
              <a:defRPr sz="9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444676" y="6041363"/>
            <a:ext cx="512638" cy="365125"/>
          </a:xfrm>
          <a:prstGeom prst="rect">
            <a:avLst/>
          </a:prstGeom>
        </p:spPr>
        <p:txBody>
          <a:bodyPr vert="horz" lIns="91440" tIns="45720" rIns="91440" bIns="45720" rtlCol="0" anchor="ctr"/>
          <a:lstStyle>
            <a:lvl1pPr algn="r">
              <a:defRPr sz="900">
                <a:solidFill>
                  <a:schemeClr val="accent1"/>
                </a:solidFill>
              </a:defRPr>
            </a:lvl1pPr>
          </a:lstStyle>
          <a:p>
            <a:fld id="{6CAC631D-3591-4B1F-90F0-5FA056C326BF}" type="slidenum">
              <a:rPr lang="en-US" smtClean="0"/>
              <a:pPr/>
              <a:t>‹#›</a:t>
            </a:fld>
            <a:endParaRPr lang="en-US"/>
          </a:p>
        </p:txBody>
      </p:sp>
    </p:spTree>
    <p:extLst>
      <p:ext uri="{BB962C8B-B14F-4D97-AF65-F5344CB8AC3E}">
        <p14:creationId xmlns:p14="http://schemas.microsoft.com/office/powerpoint/2010/main" val="19725609"/>
      </p:ext>
    </p:extLst>
  </p:cSld>
  <p:clrMap bg1="lt1" tx1="dk1" bg2="lt2" tx2="dk2" accent1="accent1" accent2="accent2" accent3="accent3" accent4="accent4" accent5="accent5" accent6="accent6" hlink="hlink" folHlink="folHlink"/>
  <p:sldLayoutIdLst>
    <p:sldLayoutId id="2147483731" r:id="rId1"/>
    <p:sldLayoutId id="2147483732" r:id="rId2"/>
    <p:sldLayoutId id="2147483733" r:id="rId3"/>
    <p:sldLayoutId id="2147483734" r:id="rId4"/>
    <p:sldLayoutId id="2147483735" r:id="rId5"/>
    <p:sldLayoutId id="2147483736" r:id="rId6"/>
    <p:sldLayoutId id="2147483737" r:id="rId7"/>
    <p:sldLayoutId id="2147483738" r:id="rId8"/>
    <p:sldLayoutId id="2147483739" r:id="rId9"/>
    <p:sldLayoutId id="2147483740" r:id="rId10"/>
    <p:sldLayoutId id="2147483741" r:id="rId11"/>
    <p:sldLayoutId id="2147483742" r:id="rId12"/>
    <p:sldLayoutId id="2147483743" r:id="rId13"/>
    <p:sldLayoutId id="2147483744" r:id="rId14"/>
    <p:sldLayoutId id="2147483745" r:id="rId15"/>
    <p:sldLayoutId id="2147483746" r:id="rId16"/>
  </p:sldLayoutIdLst>
  <p:transition>
    <p:dissolve/>
  </p:transition>
  <p:txStyles>
    <p:titleStyle>
      <a:lvl1pPr algn="l" defTabSz="457200" rtl="0" eaLnBrk="1" latinLnBrk="0" hangingPunct="1">
        <a:spcBef>
          <a:spcPct val="0"/>
        </a:spcBef>
        <a:buNone/>
        <a:defRPr sz="3600" kern="1200">
          <a:solidFill>
            <a:schemeClr val="accent1"/>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42900" indent="-342900" algn="l" defTabSz="457200" rtl="0" eaLnBrk="1" latinLnBrk="0" hangingPunct="1">
        <a:spcBef>
          <a:spcPts val="1000"/>
        </a:spcBef>
        <a:spcAft>
          <a:spcPts val="0"/>
        </a:spcAft>
        <a:buClr>
          <a:schemeClr val="accent1"/>
        </a:buClr>
        <a:buSzPct val="80000"/>
        <a:buFont typeface="Wingdings 3" charset="2"/>
        <a:buChar char=""/>
        <a:defRPr sz="1800" kern="1200">
          <a:solidFill>
            <a:schemeClr val="tx1">
              <a:lumMod val="75000"/>
              <a:lumOff val="25000"/>
            </a:schemeClr>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7.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8.xml"/></Relationships>
</file>

<file path=ppt/slides/_rels/slide3.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2.xml"/><Relationship Id="rId1" Type="http://schemas.openxmlformats.org/officeDocument/2006/relationships/slideLayout" Target="../slideLayouts/slideLayout18.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8.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2" Type="http://schemas.openxmlformats.org/officeDocument/2006/relationships/hyperlink" Target="http://www.ijert.org/" TargetMode="Externa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p:cNvSpPr txBox="1"/>
          <p:nvPr/>
        </p:nvSpPr>
        <p:spPr>
          <a:xfrm>
            <a:off x="457200" y="457200"/>
            <a:ext cx="7239000" cy="1569660"/>
          </a:xfrm>
          <a:prstGeom prst="rect">
            <a:avLst/>
          </a:prstGeom>
          <a:noFill/>
        </p:spPr>
        <p:txBody>
          <a:bodyPr wrap="square" rtlCol="0">
            <a:spAutoFit/>
          </a:bodyPr>
          <a:lstStyle>
            <a:defPPr>
              <a:defRPr lang="en-US"/>
            </a:defPPr>
            <a:lvl1pPr algn="l" rtl="0" eaLnBrk="0" fontAlgn="base" hangingPunct="0">
              <a:spcBef>
                <a:spcPct val="0"/>
              </a:spcBef>
              <a:spcAft>
                <a:spcPct val="0"/>
              </a:spcAft>
              <a:defRPr kern="1200">
                <a:solidFill>
                  <a:schemeClr val="tx1"/>
                </a:solidFill>
                <a:latin typeface="Garamond" pitchFamily="18" charset="0"/>
                <a:ea typeface="+mn-ea"/>
                <a:cs typeface="Arial" charset="0"/>
              </a:defRPr>
            </a:lvl1pPr>
            <a:lvl2pPr marL="457200" algn="l" rtl="0" eaLnBrk="0" fontAlgn="base" hangingPunct="0">
              <a:spcBef>
                <a:spcPct val="0"/>
              </a:spcBef>
              <a:spcAft>
                <a:spcPct val="0"/>
              </a:spcAft>
              <a:defRPr kern="1200">
                <a:solidFill>
                  <a:schemeClr val="tx1"/>
                </a:solidFill>
                <a:latin typeface="Garamond" pitchFamily="18" charset="0"/>
                <a:ea typeface="+mn-ea"/>
                <a:cs typeface="Arial" charset="0"/>
              </a:defRPr>
            </a:lvl2pPr>
            <a:lvl3pPr marL="914400" algn="l" rtl="0" eaLnBrk="0" fontAlgn="base" hangingPunct="0">
              <a:spcBef>
                <a:spcPct val="0"/>
              </a:spcBef>
              <a:spcAft>
                <a:spcPct val="0"/>
              </a:spcAft>
              <a:defRPr kern="1200">
                <a:solidFill>
                  <a:schemeClr val="tx1"/>
                </a:solidFill>
                <a:latin typeface="Garamond" pitchFamily="18" charset="0"/>
                <a:ea typeface="+mn-ea"/>
                <a:cs typeface="Arial" charset="0"/>
              </a:defRPr>
            </a:lvl3pPr>
            <a:lvl4pPr marL="1371600" algn="l" rtl="0" eaLnBrk="0" fontAlgn="base" hangingPunct="0">
              <a:spcBef>
                <a:spcPct val="0"/>
              </a:spcBef>
              <a:spcAft>
                <a:spcPct val="0"/>
              </a:spcAft>
              <a:defRPr kern="1200">
                <a:solidFill>
                  <a:schemeClr val="tx1"/>
                </a:solidFill>
                <a:latin typeface="Garamond" pitchFamily="18" charset="0"/>
                <a:ea typeface="+mn-ea"/>
                <a:cs typeface="Arial" charset="0"/>
              </a:defRPr>
            </a:lvl4pPr>
            <a:lvl5pPr marL="1828800" algn="l" rtl="0" eaLnBrk="0" fontAlgn="base" hangingPunct="0">
              <a:spcBef>
                <a:spcPct val="0"/>
              </a:spcBef>
              <a:spcAft>
                <a:spcPct val="0"/>
              </a:spcAft>
              <a:defRPr kern="1200">
                <a:solidFill>
                  <a:schemeClr val="tx1"/>
                </a:solidFill>
                <a:latin typeface="Garamond" pitchFamily="18" charset="0"/>
                <a:ea typeface="+mn-ea"/>
                <a:cs typeface="Arial" charset="0"/>
              </a:defRPr>
            </a:lvl5pPr>
            <a:lvl6pPr marL="2286000" algn="l" defTabSz="914400" rtl="0" eaLnBrk="1" latinLnBrk="0" hangingPunct="1">
              <a:defRPr kern="1200">
                <a:solidFill>
                  <a:schemeClr val="tx1"/>
                </a:solidFill>
                <a:latin typeface="Garamond" pitchFamily="18" charset="0"/>
                <a:ea typeface="+mn-ea"/>
                <a:cs typeface="Arial" charset="0"/>
              </a:defRPr>
            </a:lvl6pPr>
            <a:lvl7pPr marL="2743200" algn="l" defTabSz="914400" rtl="0" eaLnBrk="1" latinLnBrk="0" hangingPunct="1">
              <a:defRPr kern="1200">
                <a:solidFill>
                  <a:schemeClr val="tx1"/>
                </a:solidFill>
                <a:latin typeface="Garamond" pitchFamily="18" charset="0"/>
                <a:ea typeface="+mn-ea"/>
                <a:cs typeface="Arial" charset="0"/>
              </a:defRPr>
            </a:lvl7pPr>
            <a:lvl8pPr marL="3200400" algn="l" defTabSz="914400" rtl="0" eaLnBrk="1" latinLnBrk="0" hangingPunct="1">
              <a:defRPr kern="1200">
                <a:solidFill>
                  <a:schemeClr val="tx1"/>
                </a:solidFill>
                <a:latin typeface="Garamond" pitchFamily="18" charset="0"/>
                <a:ea typeface="+mn-ea"/>
                <a:cs typeface="Arial" charset="0"/>
              </a:defRPr>
            </a:lvl8pPr>
            <a:lvl9pPr marL="3657600" algn="l" defTabSz="914400" rtl="0" eaLnBrk="1" latinLnBrk="0" hangingPunct="1">
              <a:defRPr kern="1200">
                <a:solidFill>
                  <a:schemeClr val="tx1"/>
                </a:solidFill>
                <a:latin typeface="Garamond" pitchFamily="18" charset="0"/>
                <a:ea typeface="+mn-ea"/>
                <a:cs typeface="Arial" charset="0"/>
              </a:defRPr>
            </a:lvl9pPr>
          </a:lstStyle>
          <a:p>
            <a:pPr algn="ctr"/>
            <a:r>
              <a:rPr lang="en-US" sz="3200" b="1" i="1" dirty="0"/>
              <a:t>IOT BASED SMART PLANT </a:t>
            </a:r>
            <a:r>
              <a:rPr lang="en-US" sz="3200" b="1" i="1"/>
              <a:t>MONITORING SYSTEM USING NODE MCU</a:t>
            </a:r>
            <a:endParaRPr lang="en-US" sz="3200" b="1" i="1" dirty="0"/>
          </a:p>
        </p:txBody>
      </p:sp>
      <p:sp>
        <p:nvSpPr>
          <p:cNvPr id="6" name="TextBox 7"/>
          <p:cNvSpPr txBox="1"/>
          <p:nvPr/>
        </p:nvSpPr>
        <p:spPr>
          <a:xfrm>
            <a:off x="2552700" y="3958560"/>
            <a:ext cx="3505200" cy="2677656"/>
          </a:xfrm>
          <a:prstGeom prst="rect">
            <a:avLst/>
          </a:prstGeom>
          <a:noFill/>
        </p:spPr>
        <p:txBody>
          <a:bodyPr wrap="square" rtlCol="0">
            <a:spAutoFit/>
          </a:bodyPr>
          <a:lstStyle>
            <a:defPPr>
              <a:defRPr lang="en-US"/>
            </a:defPPr>
            <a:lvl1pPr algn="l" rtl="0" eaLnBrk="0" fontAlgn="base" hangingPunct="0">
              <a:spcBef>
                <a:spcPct val="0"/>
              </a:spcBef>
              <a:spcAft>
                <a:spcPct val="0"/>
              </a:spcAft>
              <a:defRPr kern="1200">
                <a:solidFill>
                  <a:schemeClr val="tx1"/>
                </a:solidFill>
                <a:latin typeface="Garamond" pitchFamily="18" charset="0"/>
                <a:ea typeface="+mn-ea"/>
                <a:cs typeface="Arial" charset="0"/>
              </a:defRPr>
            </a:lvl1pPr>
            <a:lvl2pPr marL="457200" algn="l" rtl="0" eaLnBrk="0" fontAlgn="base" hangingPunct="0">
              <a:spcBef>
                <a:spcPct val="0"/>
              </a:spcBef>
              <a:spcAft>
                <a:spcPct val="0"/>
              </a:spcAft>
              <a:defRPr kern="1200">
                <a:solidFill>
                  <a:schemeClr val="tx1"/>
                </a:solidFill>
                <a:latin typeface="Garamond" pitchFamily="18" charset="0"/>
                <a:ea typeface="+mn-ea"/>
                <a:cs typeface="Arial" charset="0"/>
              </a:defRPr>
            </a:lvl2pPr>
            <a:lvl3pPr marL="914400" algn="l" rtl="0" eaLnBrk="0" fontAlgn="base" hangingPunct="0">
              <a:spcBef>
                <a:spcPct val="0"/>
              </a:spcBef>
              <a:spcAft>
                <a:spcPct val="0"/>
              </a:spcAft>
              <a:defRPr kern="1200">
                <a:solidFill>
                  <a:schemeClr val="tx1"/>
                </a:solidFill>
                <a:latin typeface="Garamond" pitchFamily="18" charset="0"/>
                <a:ea typeface="+mn-ea"/>
                <a:cs typeface="Arial" charset="0"/>
              </a:defRPr>
            </a:lvl3pPr>
            <a:lvl4pPr marL="1371600" algn="l" rtl="0" eaLnBrk="0" fontAlgn="base" hangingPunct="0">
              <a:spcBef>
                <a:spcPct val="0"/>
              </a:spcBef>
              <a:spcAft>
                <a:spcPct val="0"/>
              </a:spcAft>
              <a:defRPr kern="1200">
                <a:solidFill>
                  <a:schemeClr val="tx1"/>
                </a:solidFill>
                <a:latin typeface="Garamond" pitchFamily="18" charset="0"/>
                <a:ea typeface="+mn-ea"/>
                <a:cs typeface="Arial" charset="0"/>
              </a:defRPr>
            </a:lvl4pPr>
            <a:lvl5pPr marL="1828800" algn="l" rtl="0" eaLnBrk="0" fontAlgn="base" hangingPunct="0">
              <a:spcBef>
                <a:spcPct val="0"/>
              </a:spcBef>
              <a:spcAft>
                <a:spcPct val="0"/>
              </a:spcAft>
              <a:defRPr kern="1200">
                <a:solidFill>
                  <a:schemeClr val="tx1"/>
                </a:solidFill>
                <a:latin typeface="Garamond" pitchFamily="18" charset="0"/>
                <a:ea typeface="+mn-ea"/>
                <a:cs typeface="Arial" charset="0"/>
              </a:defRPr>
            </a:lvl5pPr>
            <a:lvl6pPr marL="2286000" algn="l" defTabSz="914400" rtl="0" eaLnBrk="1" latinLnBrk="0" hangingPunct="1">
              <a:defRPr kern="1200">
                <a:solidFill>
                  <a:schemeClr val="tx1"/>
                </a:solidFill>
                <a:latin typeface="Garamond" pitchFamily="18" charset="0"/>
                <a:ea typeface="+mn-ea"/>
                <a:cs typeface="Arial" charset="0"/>
              </a:defRPr>
            </a:lvl6pPr>
            <a:lvl7pPr marL="2743200" algn="l" defTabSz="914400" rtl="0" eaLnBrk="1" latinLnBrk="0" hangingPunct="1">
              <a:defRPr kern="1200">
                <a:solidFill>
                  <a:schemeClr val="tx1"/>
                </a:solidFill>
                <a:latin typeface="Garamond" pitchFamily="18" charset="0"/>
                <a:ea typeface="+mn-ea"/>
                <a:cs typeface="Arial" charset="0"/>
              </a:defRPr>
            </a:lvl7pPr>
            <a:lvl8pPr marL="3200400" algn="l" defTabSz="914400" rtl="0" eaLnBrk="1" latinLnBrk="0" hangingPunct="1">
              <a:defRPr kern="1200">
                <a:solidFill>
                  <a:schemeClr val="tx1"/>
                </a:solidFill>
                <a:latin typeface="Garamond" pitchFamily="18" charset="0"/>
                <a:ea typeface="+mn-ea"/>
                <a:cs typeface="Arial" charset="0"/>
              </a:defRPr>
            </a:lvl8pPr>
            <a:lvl9pPr marL="3657600" algn="l" defTabSz="914400" rtl="0" eaLnBrk="1" latinLnBrk="0" hangingPunct="1">
              <a:defRPr kern="1200">
                <a:solidFill>
                  <a:schemeClr val="tx1"/>
                </a:solidFill>
                <a:latin typeface="Garamond" pitchFamily="18" charset="0"/>
                <a:ea typeface="+mn-ea"/>
                <a:cs typeface="Arial" charset="0"/>
              </a:defRPr>
            </a:lvl9pPr>
          </a:lstStyle>
          <a:p>
            <a:pPr algn="ctr"/>
            <a:r>
              <a:rPr lang="en-US" sz="2800" b="1" i="1" dirty="0"/>
              <a:t>GROUP MEMBERS</a:t>
            </a:r>
            <a:r>
              <a:rPr lang="en-US" sz="2800" b="1" dirty="0"/>
              <a:t>:</a:t>
            </a:r>
          </a:p>
          <a:p>
            <a:pPr algn="ctr"/>
            <a:r>
              <a:rPr lang="en-US" sz="2800" b="1" dirty="0"/>
              <a:t>Ashik </a:t>
            </a:r>
            <a:r>
              <a:rPr lang="en-US" sz="2800" b="1" dirty="0" err="1"/>
              <a:t>Hebbar</a:t>
            </a:r>
            <a:endParaRPr lang="en-US" sz="2800" b="1" dirty="0"/>
          </a:p>
          <a:p>
            <a:pPr algn="ctr"/>
            <a:r>
              <a:rPr lang="en-US" sz="2800" b="1" dirty="0"/>
              <a:t>Abhishek</a:t>
            </a:r>
          </a:p>
          <a:p>
            <a:pPr algn="ctr"/>
            <a:r>
              <a:rPr lang="en-US" sz="2800" b="1" dirty="0" err="1"/>
              <a:t>Amith</a:t>
            </a:r>
            <a:r>
              <a:rPr lang="en-US" sz="2800" b="1" dirty="0"/>
              <a:t> D P</a:t>
            </a:r>
          </a:p>
          <a:p>
            <a:pPr algn="ctr"/>
            <a:r>
              <a:rPr lang="en-US" sz="2800" b="1" dirty="0" err="1"/>
              <a:t>Prajay</a:t>
            </a:r>
            <a:r>
              <a:rPr lang="en-US" sz="2800" b="1" dirty="0"/>
              <a:t> S P</a:t>
            </a:r>
          </a:p>
          <a:p>
            <a:pPr algn="ctr"/>
            <a:endParaRPr lang="en-US" sz="2800" b="1" dirty="0"/>
          </a:p>
        </p:txBody>
      </p:sp>
    </p:spTree>
  </p:cSld>
  <p:clrMapOvr>
    <a:masterClrMapping/>
  </p:clrMapOvr>
  <p:transition>
    <p:dissolve/>
  </p:transition>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28600"/>
            <a:ext cx="8229600" cy="1143000"/>
          </a:xfrm>
        </p:spPr>
        <p:txBody>
          <a:bodyPr>
            <a:normAutofit/>
          </a:bodyPr>
          <a:lstStyle/>
          <a:p>
            <a:r>
              <a:rPr lang="en-US" dirty="0"/>
              <a:t>INTRODUCTION</a:t>
            </a:r>
          </a:p>
        </p:txBody>
      </p:sp>
      <p:sp>
        <p:nvSpPr>
          <p:cNvPr id="3" name="Content Placeholder 2"/>
          <p:cNvSpPr>
            <a:spLocks noGrp="1"/>
          </p:cNvSpPr>
          <p:nvPr>
            <p:ph idx="1"/>
          </p:nvPr>
        </p:nvSpPr>
        <p:spPr>
          <a:xfrm>
            <a:off x="304800" y="1143000"/>
            <a:ext cx="8534400" cy="4525963"/>
          </a:xfrm>
        </p:spPr>
        <p:txBody>
          <a:bodyPr>
            <a:normAutofit/>
          </a:bodyPr>
          <a:lstStyle/>
          <a:p>
            <a:pPr>
              <a:buNone/>
            </a:pPr>
            <a:r>
              <a:rPr lang="en-US" sz="2800" dirty="0"/>
              <a:t>  </a:t>
            </a:r>
          </a:p>
          <a:p>
            <a:pPr>
              <a:buNone/>
            </a:pPr>
            <a:r>
              <a:rPr lang="en-US" sz="2800" dirty="0"/>
              <a:t>   The IoT-based Smart Plant Monitoring System is a   cutting-edge solution designed to revolutionize plant care by harnessing the power of Internet of Things (IoT) technology. This innovative system allows users to monitor and manage the health and growth of their plants with unprecedented precision and convenience</a:t>
            </a:r>
            <a:endParaRPr lang="en-US" sz="2600" dirty="0"/>
          </a:p>
        </p:txBody>
      </p:sp>
    </p:spTree>
  </p:cSld>
  <p:clrMapOvr>
    <a:masterClrMapping/>
  </p:clrMapOvr>
  <p:transition>
    <p:dissolve/>
  </p:transition>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152400"/>
            <a:ext cx="8229600" cy="1143000"/>
          </a:xfrm>
        </p:spPr>
        <p:txBody>
          <a:bodyPr/>
          <a:lstStyle/>
          <a:p>
            <a:r>
              <a:rPr lang="en-US" b="1" dirty="0"/>
              <a:t>Block diagram :</a:t>
            </a:r>
          </a:p>
        </p:txBody>
      </p:sp>
      <p:pic>
        <p:nvPicPr>
          <p:cNvPr id="2050" name="Picture 2">
            <a:extLst>
              <a:ext uri="{FF2B5EF4-FFF2-40B4-BE49-F238E27FC236}">
                <a16:creationId xmlns:a16="http://schemas.microsoft.com/office/drawing/2014/main" id="{5DBAC663-0AFA-8ADD-5A19-E74D2E4F2597}"/>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838200" y="1371600"/>
            <a:ext cx="5943600" cy="34369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ransition>
    <p:dissolve/>
  </p:transition>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89271" y="50800"/>
            <a:ext cx="6347713" cy="1320800"/>
          </a:xfrm>
        </p:spPr>
        <p:txBody>
          <a:bodyPr/>
          <a:lstStyle/>
          <a:p>
            <a:r>
              <a:rPr lang="en-US" b="1" dirty="0"/>
              <a:t>WORKING</a:t>
            </a:r>
          </a:p>
        </p:txBody>
      </p:sp>
      <p:sp>
        <p:nvSpPr>
          <p:cNvPr id="3" name="Content Placeholder 2"/>
          <p:cNvSpPr>
            <a:spLocks noGrp="1"/>
          </p:cNvSpPr>
          <p:nvPr>
            <p:ph idx="1"/>
          </p:nvPr>
        </p:nvSpPr>
        <p:spPr>
          <a:xfrm>
            <a:off x="9832" y="609600"/>
            <a:ext cx="8762999" cy="5486399"/>
          </a:xfrm>
        </p:spPr>
        <p:txBody>
          <a:bodyPr>
            <a:noAutofit/>
          </a:bodyPr>
          <a:lstStyle/>
          <a:p>
            <a:pPr marL="0" indent="0">
              <a:buNone/>
            </a:pPr>
            <a:endParaRPr lang="en-US" sz="1400" dirty="0"/>
          </a:p>
          <a:p>
            <a:r>
              <a:rPr lang="en-US" sz="1400" dirty="0"/>
              <a:t>Sensor Data Collection: Sensors placed near the plant gather data on soil moisture, temperature, humidity, light, and nutrients.</a:t>
            </a:r>
          </a:p>
          <a:p>
            <a:endParaRPr lang="en-US" sz="1400" dirty="0"/>
          </a:p>
          <a:p>
            <a:r>
              <a:rPr lang="en-US" sz="1400" dirty="0"/>
              <a:t>2. Data Transmission: Collected data is sent wirelessly to a central hub device, typically via IoT protocols.</a:t>
            </a:r>
          </a:p>
          <a:p>
            <a:endParaRPr lang="en-US" sz="1400" dirty="0"/>
          </a:p>
          <a:p>
            <a:pPr marL="0" indent="0">
              <a:buNone/>
            </a:pPr>
            <a:r>
              <a:rPr lang="en-US" sz="1400" dirty="0"/>
              <a:t>        3. **Cloud-Based Analysis:** Data is analyzed in the cloud using algorithms to provide insights into                   	plant health and environmental conditions.</a:t>
            </a:r>
          </a:p>
          <a:p>
            <a:endParaRPr lang="en-US" sz="1400" dirty="0"/>
          </a:p>
          <a:p>
            <a:r>
              <a:rPr lang="en-US" sz="1400" dirty="0"/>
              <a:t>4. **User Interface:** Users access real-time updates, alerts, and recommendations through a mobile app or web dashboard.</a:t>
            </a:r>
          </a:p>
          <a:p>
            <a:endParaRPr lang="en-US" sz="1400" dirty="0"/>
          </a:p>
          <a:p>
            <a:r>
              <a:rPr lang="en-US" sz="1400" dirty="0"/>
              <a:t>5. **Alerts and Notifications:** Automated alerts notify users of critical deviations, prompting timely action to ensure plant health. </a:t>
            </a:r>
          </a:p>
          <a:p>
            <a:endParaRPr lang="en-US" sz="1400" dirty="0"/>
          </a:p>
          <a:p>
            <a:r>
              <a:rPr lang="en-US" sz="1400" dirty="0"/>
              <a:t>6. **Historical Data Storage:** The system stores historical data for trend analysis and optimization of plant care strategies.</a:t>
            </a:r>
          </a:p>
          <a:p>
            <a:endParaRPr lang="en-US" sz="1400" dirty="0"/>
          </a:p>
          <a:p>
            <a:r>
              <a:rPr lang="en-US" sz="1400" dirty="0"/>
              <a:t>7. **User Control:** Users can remotely monitor plants, adjust settings, and view historical data, empowering them to optimize plant care based on individual needs and preferences.</a:t>
            </a:r>
          </a:p>
          <a:p>
            <a:endParaRPr lang="en-US" sz="1400" dirty="0"/>
          </a:p>
          <a:p>
            <a:endParaRPr lang="en-US" sz="1400" dirty="0"/>
          </a:p>
        </p:txBody>
      </p:sp>
    </p:spTree>
  </p:cSld>
  <p:clrMapOvr>
    <a:masterClrMapping/>
  </p:clrMapOvr>
  <p:transition>
    <p:dissolve/>
  </p:transition>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t>Applications:</a:t>
            </a:r>
          </a:p>
        </p:txBody>
      </p:sp>
      <p:sp>
        <p:nvSpPr>
          <p:cNvPr id="4" name="Rectangle 1">
            <a:extLst>
              <a:ext uri="{FF2B5EF4-FFF2-40B4-BE49-F238E27FC236}">
                <a16:creationId xmlns:a16="http://schemas.microsoft.com/office/drawing/2014/main" id="{B7A82797-7E22-6EE6-BB12-0EEC4FC329EE}"/>
              </a:ext>
            </a:extLst>
          </p:cNvPr>
          <p:cNvSpPr>
            <a:spLocks noGrp="1" noChangeArrowheads="1"/>
          </p:cNvSpPr>
          <p:nvPr>
            <p:ph idx="1"/>
          </p:nvPr>
        </p:nvSpPr>
        <p:spPr bwMode="auto">
          <a:xfrm>
            <a:off x="457200" y="1755413"/>
            <a:ext cx="8077201" cy="313932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1" i="0" u="none" strike="noStrike" cap="none" normalizeH="0" baseline="0" dirty="0">
                <a:ln>
                  <a:noFill/>
                </a:ln>
                <a:solidFill>
                  <a:schemeClr val="tx1"/>
                </a:solidFill>
                <a:effectLst/>
                <a:latin typeface="+mj-lt"/>
              </a:rPr>
              <a:t>Home Gardening:</a:t>
            </a:r>
            <a:r>
              <a:rPr kumimoji="0" lang="en-US" altLang="en-US" sz="1800" b="0" i="0" u="none" strike="noStrike" cap="none" normalizeH="0" baseline="0" dirty="0">
                <a:ln>
                  <a:noFill/>
                </a:ln>
                <a:solidFill>
                  <a:schemeClr val="tx1"/>
                </a:solidFill>
                <a:effectLst/>
                <a:latin typeface="+mj-lt"/>
              </a:rPr>
              <a:t> Ideal for hobbyists and enthusiasts looking to maintain healthy indoor and outdoor gardens with minimal effort</a:t>
            </a:r>
          </a:p>
          <a:p>
            <a:pPr marL="0" marR="0" lvl="0" indent="0" algn="l" defTabSz="914400" rtl="0" eaLnBrk="0" fontAlgn="base" latinLnBrk="0" hangingPunct="0">
              <a:lnSpc>
                <a:spcPct val="100000"/>
              </a:lnSpc>
              <a:spcBef>
                <a:spcPct val="0"/>
              </a:spcBef>
              <a:spcAft>
                <a:spcPct val="0"/>
              </a:spcAft>
              <a:buClrTx/>
              <a:buSzTx/>
              <a:buFontTx/>
              <a:buChar char="•"/>
              <a:tabLst/>
            </a:pPr>
            <a:endParaRPr lang="en-US" altLang="en-US" dirty="0">
              <a:solidFill>
                <a:schemeClr val="tx1"/>
              </a:solidFill>
              <a:latin typeface="+mj-lt"/>
            </a:endParaRPr>
          </a:p>
          <a:p>
            <a:pPr marL="0" marR="0" lvl="0" indent="0" algn="l" defTabSz="914400" rtl="0" eaLnBrk="0" fontAlgn="base" latinLnBrk="0" hangingPunct="0">
              <a:lnSpc>
                <a:spcPct val="100000"/>
              </a:lnSpc>
              <a:spcBef>
                <a:spcPct val="0"/>
              </a:spcBef>
              <a:spcAft>
                <a:spcPct val="0"/>
              </a:spcAft>
              <a:buClrTx/>
              <a:buSzTx/>
              <a:buNone/>
              <a:tabLst/>
            </a:pPr>
            <a:r>
              <a:rPr kumimoji="0" lang="en-US" altLang="en-US" sz="1800" b="0" i="0" u="none" strike="noStrike" cap="none" normalizeH="0" baseline="0" dirty="0">
                <a:ln>
                  <a:noFill/>
                </a:ln>
                <a:solidFill>
                  <a:schemeClr val="tx1"/>
                </a:solidFill>
                <a:effectLst/>
                <a:latin typeface="+mj-lt"/>
              </a:rPr>
              <a:t>.</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1" i="0" u="none" strike="noStrike" cap="none" normalizeH="0" baseline="0" dirty="0">
                <a:ln>
                  <a:noFill/>
                </a:ln>
                <a:solidFill>
                  <a:schemeClr val="tx1"/>
                </a:solidFill>
                <a:effectLst/>
                <a:latin typeface="+mj-lt"/>
              </a:rPr>
              <a:t>Commercial Agriculture:</a:t>
            </a:r>
            <a:r>
              <a:rPr kumimoji="0" lang="en-US" altLang="en-US" sz="1800" b="0" i="0" u="none" strike="noStrike" cap="none" normalizeH="0" baseline="0" dirty="0">
                <a:ln>
                  <a:noFill/>
                </a:ln>
                <a:solidFill>
                  <a:schemeClr val="tx1"/>
                </a:solidFill>
                <a:effectLst/>
                <a:latin typeface="+mj-lt"/>
              </a:rPr>
              <a:t> Suitable for large-scale agriculture operations, allowing farmers to optimize crop yields and resource utilization while reducing the risk of crop failure.</a:t>
            </a:r>
          </a:p>
          <a:p>
            <a:pPr marL="0" marR="0" lvl="0" indent="0" algn="l" defTabSz="914400" rtl="0" eaLnBrk="0" fontAlgn="base" latinLnBrk="0" hangingPunct="0">
              <a:lnSpc>
                <a:spcPct val="100000"/>
              </a:lnSpc>
              <a:spcBef>
                <a:spcPct val="0"/>
              </a:spcBef>
              <a:spcAft>
                <a:spcPct val="0"/>
              </a:spcAft>
              <a:buClrTx/>
              <a:buSzTx/>
              <a:buNone/>
              <a:tabLst/>
            </a:pPr>
            <a:endParaRPr lang="en-US" altLang="en-US" dirty="0">
              <a:solidFill>
                <a:schemeClr val="tx1"/>
              </a:solidFill>
              <a:latin typeface="+mj-lt"/>
            </a:endParaRPr>
          </a:p>
          <a:p>
            <a:pPr marL="0" marR="0" lvl="0" indent="0" algn="l" defTabSz="914400" rtl="0" eaLnBrk="0" fontAlgn="base" latinLnBrk="0" hangingPunct="0">
              <a:lnSpc>
                <a:spcPct val="100000"/>
              </a:lnSpc>
              <a:spcBef>
                <a:spcPct val="0"/>
              </a:spcBef>
              <a:spcAft>
                <a:spcPct val="0"/>
              </a:spcAft>
              <a:buClrTx/>
              <a:buSzTx/>
              <a:buFontTx/>
              <a:buChar char="•"/>
              <a:tabLst/>
            </a:pPr>
            <a:endParaRPr kumimoji="0" lang="en-US" altLang="en-US" sz="1800" b="0" i="0" u="none" strike="noStrike" cap="none" normalizeH="0" baseline="0" dirty="0">
              <a:ln>
                <a:noFill/>
              </a:ln>
              <a:solidFill>
                <a:schemeClr val="tx1"/>
              </a:solidFill>
              <a:effectLst/>
              <a:latin typeface="+mj-lt"/>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1" i="0" u="none" strike="noStrike" cap="none" normalizeH="0" baseline="0" dirty="0">
                <a:ln>
                  <a:noFill/>
                </a:ln>
                <a:solidFill>
                  <a:schemeClr val="tx1"/>
                </a:solidFill>
                <a:effectLst/>
                <a:latin typeface="+mj-lt"/>
              </a:rPr>
              <a:t>Research and Education:</a:t>
            </a:r>
            <a:r>
              <a:rPr kumimoji="0" lang="en-US" altLang="en-US" sz="1800" b="0" i="0" u="none" strike="noStrike" cap="none" normalizeH="0" baseline="0" dirty="0">
                <a:ln>
                  <a:noFill/>
                </a:ln>
                <a:solidFill>
                  <a:schemeClr val="tx1"/>
                </a:solidFill>
                <a:effectLst/>
                <a:latin typeface="+mj-lt"/>
              </a:rPr>
              <a:t> Valuable tool for researchers, educators, and students studying plant biology, ecology, and environmental science.</a:t>
            </a:r>
          </a:p>
        </p:txBody>
      </p:sp>
    </p:spTree>
  </p:cSld>
  <p:clrMapOvr>
    <a:masterClrMapping/>
  </p:clrMapOvr>
  <p:transition>
    <p:dissolve/>
  </p:transition>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304800"/>
            <a:ext cx="8229600" cy="1143000"/>
          </a:xfrm>
        </p:spPr>
        <p:txBody>
          <a:bodyPr/>
          <a:lstStyle/>
          <a:p>
            <a:r>
              <a:rPr lang="en-US" dirty="0"/>
              <a:t>   ADVANTAGES</a:t>
            </a:r>
          </a:p>
        </p:txBody>
      </p:sp>
      <p:sp>
        <p:nvSpPr>
          <p:cNvPr id="3" name="Rectangle 1">
            <a:extLst>
              <a:ext uri="{FF2B5EF4-FFF2-40B4-BE49-F238E27FC236}">
                <a16:creationId xmlns:a16="http://schemas.microsoft.com/office/drawing/2014/main" id="{857BCC28-C1CB-AF13-C2BB-F14B92597B4D}"/>
              </a:ext>
            </a:extLst>
          </p:cNvPr>
          <p:cNvSpPr>
            <a:spLocks noGrp="1" noChangeArrowheads="1"/>
          </p:cNvSpPr>
          <p:nvPr>
            <p:ph idx="1"/>
          </p:nvPr>
        </p:nvSpPr>
        <p:spPr bwMode="auto">
          <a:xfrm>
            <a:off x="609598" y="1628989"/>
            <a:ext cx="7315201" cy="415498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200" b="1" i="0" u="none" strike="noStrike" cap="none" normalizeH="0" baseline="0" dirty="0">
                <a:ln>
                  <a:noFill/>
                </a:ln>
                <a:solidFill>
                  <a:schemeClr val="tx1"/>
                </a:solidFill>
                <a:effectLst/>
                <a:latin typeface="Trebuchet MS body"/>
              </a:rPr>
              <a:t>Optimized Plant Health:</a:t>
            </a:r>
            <a:r>
              <a:rPr kumimoji="0" lang="en-US" altLang="en-US" sz="2200" b="0" i="0" u="none" strike="noStrike" cap="none" normalizeH="0" baseline="0" dirty="0">
                <a:ln>
                  <a:noFill/>
                </a:ln>
                <a:solidFill>
                  <a:schemeClr val="tx1"/>
                </a:solidFill>
                <a:effectLst/>
                <a:latin typeface="Trebuchet MS body"/>
              </a:rPr>
              <a:t> By providing real-time insights and personalized recommendations, the Smart Plant Monitoring System helps users optimize the health and growth of their plants, resulting in healthier, more vibrant green spaces.</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200" b="1" i="0" u="none" strike="noStrike" cap="none" normalizeH="0" baseline="0" dirty="0">
                <a:ln>
                  <a:noFill/>
                </a:ln>
                <a:solidFill>
                  <a:schemeClr val="tx1"/>
                </a:solidFill>
                <a:effectLst/>
                <a:latin typeface="Trebuchet MS body"/>
              </a:rPr>
              <a:t>Efficiency and Convenience:</a:t>
            </a:r>
            <a:r>
              <a:rPr kumimoji="0" lang="en-US" altLang="en-US" sz="2200" b="0" i="0" u="none" strike="noStrike" cap="none" normalizeH="0" baseline="0" dirty="0">
                <a:ln>
                  <a:noFill/>
                </a:ln>
                <a:solidFill>
                  <a:schemeClr val="tx1"/>
                </a:solidFill>
                <a:effectLst/>
                <a:latin typeface="Trebuchet MS body"/>
              </a:rPr>
              <a:t> The system eliminates the guesswork and manual effort involved in traditional plant care methods, offering users a convenient and hassle-free way to monitor and manage their plants remotely.</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200" b="1" i="0" u="none" strike="noStrike" cap="none" normalizeH="0" baseline="0" dirty="0">
                <a:ln>
                  <a:noFill/>
                </a:ln>
                <a:solidFill>
                  <a:schemeClr val="tx1"/>
                </a:solidFill>
                <a:effectLst/>
                <a:latin typeface="Trebuchet MS body"/>
              </a:rPr>
              <a:t>Resource Conservation:</a:t>
            </a:r>
            <a:r>
              <a:rPr kumimoji="0" lang="en-US" altLang="en-US" sz="2200" b="0" i="0" u="none" strike="noStrike" cap="none" normalizeH="0" baseline="0" dirty="0">
                <a:ln>
                  <a:noFill/>
                </a:ln>
                <a:solidFill>
                  <a:schemeClr val="tx1"/>
                </a:solidFill>
                <a:effectLst/>
                <a:latin typeface="Trebuchet MS body"/>
              </a:rPr>
              <a:t> By ensuring efficient use of water, nutrients, and energy, the system promotes sustainability and resource conservation, making it an environmentally friendly choice for plant care</a:t>
            </a:r>
          </a:p>
        </p:txBody>
      </p:sp>
    </p:spTree>
  </p:cSld>
  <p:clrMapOvr>
    <a:masterClrMapping/>
  </p:clrMapOvr>
  <p:transition>
    <p:dissolve/>
  </p:transition>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t>SENSORS</a:t>
            </a:r>
          </a:p>
        </p:txBody>
      </p:sp>
      <p:sp>
        <p:nvSpPr>
          <p:cNvPr id="3" name="Content Placeholder 2"/>
          <p:cNvSpPr>
            <a:spLocks noGrp="1"/>
          </p:cNvSpPr>
          <p:nvPr>
            <p:ph idx="1"/>
          </p:nvPr>
        </p:nvSpPr>
        <p:spPr/>
        <p:txBody>
          <a:bodyPr/>
          <a:lstStyle/>
          <a:p>
            <a:pPr>
              <a:buFont typeface="Wingdings" panose="05000000000000000000" pitchFamily="2" charset="2"/>
              <a:buChar char="q"/>
            </a:pPr>
            <a:r>
              <a:rPr lang="en-US" dirty="0"/>
              <a:t>Three sensor used in the system which are mainly as follows:</a:t>
            </a:r>
          </a:p>
          <a:p>
            <a:pPr>
              <a:buFont typeface="Wingdings" panose="05000000000000000000" pitchFamily="2" charset="2"/>
              <a:buChar char="q"/>
            </a:pPr>
            <a:r>
              <a:rPr lang="en-US" dirty="0"/>
              <a:t>Soil moisture</a:t>
            </a:r>
          </a:p>
          <a:p>
            <a:pPr>
              <a:buFont typeface="Wingdings" panose="05000000000000000000" pitchFamily="2" charset="2"/>
              <a:buChar char="q"/>
            </a:pPr>
            <a:r>
              <a:rPr lang="en-US" dirty="0"/>
              <a:t>Humidity and temperature</a:t>
            </a:r>
          </a:p>
        </p:txBody>
      </p:sp>
    </p:spTree>
  </p:cSld>
  <p:clrMapOvr>
    <a:masterClrMapping/>
  </p:clrMapOvr>
  <p:transition>
    <p:dissolve/>
  </p:transition>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t>SOIL MOISTURE SENSORS</a:t>
            </a:r>
          </a:p>
        </p:txBody>
      </p:sp>
      <p:pic>
        <p:nvPicPr>
          <p:cNvPr id="4" name="Content Placeholder 3" descr="DSC_0174-1024x780.jpg"/>
          <p:cNvPicPr>
            <a:picLocks noGrp="1" noChangeAspect="1"/>
          </p:cNvPicPr>
          <p:nvPr>
            <p:ph idx="1"/>
          </p:nvPr>
        </p:nvPicPr>
        <p:blipFill>
          <a:blip r:embed="rId2" cstate="print"/>
          <a:stretch>
            <a:fillRect/>
          </a:stretch>
        </p:blipFill>
        <p:spPr>
          <a:xfrm>
            <a:off x="2895600" y="1828799"/>
            <a:ext cx="3200400" cy="2133601"/>
          </a:xfrm>
        </p:spPr>
      </p:pic>
      <p:sp>
        <p:nvSpPr>
          <p:cNvPr id="5" name="TextBox 4"/>
          <p:cNvSpPr txBox="1"/>
          <p:nvPr/>
        </p:nvSpPr>
        <p:spPr>
          <a:xfrm>
            <a:off x="1752600" y="4724400"/>
            <a:ext cx="6019800" cy="1477328"/>
          </a:xfrm>
          <a:prstGeom prst="rect">
            <a:avLst/>
          </a:prstGeom>
          <a:noFill/>
        </p:spPr>
        <p:txBody>
          <a:bodyPr wrap="square" rtlCol="0">
            <a:spAutoFit/>
          </a:bodyPr>
          <a:lstStyle/>
          <a:p>
            <a:pPr>
              <a:buFont typeface="Arial" pitchFamily="34" charset="0"/>
              <a:buChar char="•"/>
            </a:pPr>
            <a:r>
              <a:rPr lang="en-US" dirty="0"/>
              <a:t>Common type is a frequency domain sensor .</a:t>
            </a:r>
          </a:p>
          <a:p>
            <a:pPr>
              <a:buFont typeface="Arial" pitchFamily="34" charset="0"/>
              <a:buChar char="•"/>
            </a:pPr>
            <a:r>
              <a:rPr lang="en-US" dirty="0"/>
              <a:t>Neutron moisture gauge.</a:t>
            </a:r>
          </a:p>
          <a:p>
            <a:pPr>
              <a:buFont typeface="Arial" pitchFamily="34" charset="0"/>
              <a:buChar char="•"/>
            </a:pPr>
            <a:r>
              <a:rPr lang="en-US" dirty="0"/>
              <a:t>In this sensor we are using 2 probes to be dipped into the soil as per moisture we will get analog output variations from 0.60-12 volts. </a:t>
            </a:r>
          </a:p>
        </p:txBody>
      </p:sp>
    </p:spTree>
  </p:cSld>
  <p:clrMapOvr>
    <a:masterClrMapping/>
  </p:clrMapOvr>
  <p:transition>
    <p:dissolve/>
  </p:transition>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990600" y="-1802924"/>
            <a:ext cx="5715000" cy="2971800"/>
          </a:xfrm>
        </p:spPr>
        <p:txBody>
          <a:bodyPr>
            <a:normAutofit/>
          </a:bodyPr>
          <a:lstStyle/>
          <a:p>
            <a:r>
              <a:rPr lang="en-US" sz="3000" b="1" dirty="0"/>
              <a:t>TEMPERATURE AND HUMIDITY SENSORS</a:t>
            </a:r>
          </a:p>
        </p:txBody>
      </p:sp>
      <p:sp>
        <p:nvSpPr>
          <p:cNvPr id="7" name="Subtitle 6"/>
          <p:cNvSpPr>
            <a:spLocks noGrp="1"/>
          </p:cNvSpPr>
          <p:nvPr>
            <p:ph type="subTitle" idx="1"/>
          </p:nvPr>
        </p:nvSpPr>
        <p:spPr>
          <a:xfrm flipH="1" flipV="1">
            <a:off x="1143000" y="5562599"/>
            <a:ext cx="76200" cy="45719"/>
          </a:xfrm>
        </p:spPr>
        <p:txBody>
          <a:bodyPr>
            <a:normAutofit fontScale="25000" lnSpcReduction="20000"/>
          </a:bodyPr>
          <a:lstStyle/>
          <a:p>
            <a:endParaRPr lang="en-US" dirty="0"/>
          </a:p>
        </p:txBody>
      </p:sp>
      <p:pic>
        <p:nvPicPr>
          <p:cNvPr id="6" name="Content Placeholder 5" descr="m5f0UHlHoQeKK0Ro6nKMCTA.jpg"/>
          <p:cNvPicPr>
            <a:picLocks noGrp="1" noChangeAspect="1"/>
          </p:cNvPicPr>
          <p:nvPr>
            <p:ph idx="4294967295"/>
          </p:nvPr>
        </p:nvPicPr>
        <p:blipFill>
          <a:blip r:embed="rId3" cstate="print"/>
          <a:stretch>
            <a:fillRect/>
          </a:stretch>
        </p:blipFill>
        <p:spPr>
          <a:xfrm>
            <a:off x="838200" y="1066800"/>
            <a:ext cx="3962400" cy="2590800"/>
          </a:xfrm>
        </p:spPr>
      </p:pic>
      <p:sp>
        <p:nvSpPr>
          <p:cNvPr id="9" name="TextBox 8"/>
          <p:cNvSpPr txBox="1"/>
          <p:nvPr/>
        </p:nvSpPr>
        <p:spPr>
          <a:xfrm>
            <a:off x="2438400" y="4953000"/>
            <a:ext cx="7696200" cy="1477328"/>
          </a:xfrm>
          <a:prstGeom prst="rect">
            <a:avLst/>
          </a:prstGeom>
          <a:noFill/>
        </p:spPr>
        <p:txBody>
          <a:bodyPr wrap="square" rtlCol="0">
            <a:spAutoFit/>
          </a:bodyPr>
          <a:lstStyle/>
          <a:p>
            <a:endParaRPr lang="en-US" dirty="0"/>
          </a:p>
          <a:p>
            <a:endParaRPr lang="en-US" dirty="0"/>
          </a:p>
          <a:p>
            <a:endParaRPr lang="en-US" dirty="0"/>
          </a:p>
          <a:p>
            <a:endParaRPr lang="en-US" dirty="0"/>
          </a:p>
          <a:p>
            <a:r>
              <a:rPr lang="en-US" dirty="0"/>
              <a:t> </a:t>
            </a:r>
          </a:p>
        </p:txBody>
      </p:sp>
      <p:sp>
        <p:nvSpPr>
          <p:cNvPr id="11" name="TextBox 10"/>
          <p:cNvSpPr txBox="1"/>
          <p:nvPr/>
        </p:nvSpPr>
        <p:spPr>
          <a:xfrm>
            <a:off x="685800" y="3733800"/>
            <a:ext cx="7543800" cy="2246769"/>
          </a:xfrm>
          <a:prstGeom prst="rect">
            <a:avLst/>
          </a:prstGeom>
          <a:noFill/>
        </p:spPr>
        <p:txBody>
          <a:bodyPr wrap="square" rtlCol="0">
            <a:spAutoFit/>
          </a:bodyPr>
          <a:lstStyle/>
          <a:p>
            <a:pPr>
              <a:buFont typeface="Arial" pitchFamily="34" charset="0"/>
              <a:buChar char="•"/>
            </a:pPr>
            <a:r>
              <a:rPr lang="en-US" sz="2800" dirty="0"/>
              <a:t>It measures both air temperature and moisture .</a:t>
            </a:r>
          </a:p>
          <a:p>
            <a:pPr>
              <a:buFont typeface="Arial" pitchFamily="34" charset="0"/>
              <a:buChar char="•"/>
            </a:pPr>
            <a:r>
              <a:rPr lang="en-US" sz="2800" dirty="0"/>
              <a:t>Relative humidity expressed as a percentage .</a:t>
            </a:r>
          </a:p>
          <a:p>
            <a:pPr>
              <a:buFont typeface="Arial" pitchFamily="34" charset="0"/>
              <a:buChar char="•"/>
            </a:pPr>
            <a:r>
              <a:rPr lang="en-US" sz="2800" dirty="0"/>
              <a:t>HS1100 is used for sensing humidity .</a:t>
            </a:r>
          </a:p>
          <a:p>
            <a:pPr>
              <a:buFont typeface="Arial" pitchFamily="34" charset="0"/>
              <a:buChar char="•"/>
            </a:pPr>
            <a:r>
              <a:rPr lang="en-US" sz="2800" dirty="0"/>
              <a:t>The output in terms of frequency range  5khz to 10khz.</a:t>
            </a:r>
          </a:p>
        </p:txBody>
      </p:sp>
    </p:spTree>
  </p:cSld>
  <p:clrMapOvr>
    <a:masterClrMapping/>
  </p:clrMapOvr>
  <p:transition>
    <p:dissolve/>
  </p:transition>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REFERENCES</a:t>
            </a:r>
          </a:p>
        </p:txBody>
      </p:sp>
      <p:sp>
        <p:nvSpPr>
          <p:cNvPr id="5" name="Content Placeholder 4"/>
          <p:cNvSpPr>
            <a:spLocks noGrp="1"/>
          </p:cNvSpPr>
          <p:nvPr>
            <p:ph idx="1"/>
          </p:nvPr>
        </p:nvSpPr>
        <p:spPr/>
        <p:txBody>
          <a:bodyPr/>
          <a:lstStyle/>
          <a:p>
            <a:r>
              <a:rPr lang="en-US" dirty="0">
                <a:hlinkClick r:id="rId2"/>
              </a:rPr>
              <a:t>www.ijert.org/</a:t>
            </a:r>
            <a:r>
              <a:rPr lang="en-US" dirty="0"/>
              <a:t> smart – plant monitoring –system –using –wireless-sensor-network</a:t>
            </a:r>
          </a:p>
          <a:p>
            <a:pPr marL="0" indent="0">
              <a:buNone/>
            </a:pPr>
            <a:endParaRPr lang="en-US" dirty="0"/>
          </a:p>
        </p:txBody>
      </p:sp>
    </p:spTree>
  </p:cSld>
  <p:clrMapOvr>
    <a:masterClrMapping/>
  </p:clrMapOvr>
  <p:transition>
    <p:dissolve/>
  </p:transition>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990600" y="2895600"/>
            <a:ext cx="6248400" cy="1143000"/>
          </a:xfrm>
        </p:spPr>
        <p:txBody>
          <a:bodyPr/>
          <a:lstStyle/>
          <a:p>
            <a:r>
              <a:rPr lang="en-US" dirty="0">
                <a:latin typeface="Barbie" pitchFamily="2" charset="0"/>
              </a:rPr>
              <a:t>THANK YOU</a:t>
            </a:r>
          </a:p>
        </p:txBody>
      </p:sp>
    </p:spTree>
  </p:cSld>
  <p:clrMapOvr>
    <a:masterClrMapping/>
  </p:clrMapOvr>
  <p:transition>
    <p:dissolve/>
  </p:transition>
</p:sld>
</file>

<file path=ppt/theme/theme1.xml><?xml version="1.0" encoding="utf-8"?>
<a:theme xmlns:a="http://schemas.openxmlformats.org/drawingml/2006/main" name="1_Facet">
  <a:themeElements>
    <a:clrScheme name="Facet">
      <a:dk1>
        <a:sysClr val="windowText" lastClr="000000"/>
      </a:dk1>
      <a:lt1>
        <a:sysClr val="window" lastClr="FFFFFF"/>
      </a:lt1>
      <a:dk2>
        <a:srgbClr val="2C3C43"/>
      </a:dk2>
      <a:lt2>
        <a:srgbClr val="EBEBEB"/>
      </a:lt2>
      <a:accent1>
        <a:srgbClr val="90C226"/>
      </a:accent1>
      <a:accent2>
        <a:srgbClr val="54A021"/>
      </a:accent2>
      <a:accent3>
        <a:srgbClr val="E6B91E"/>
      </a:accent3>
      <a:accent4>
        <a:srgbClr val="E76618"/>
      </a:accent4>
      <a:accent5>
        <a:srgbClr val="C42F1A"/>
      </a:accent5>
      <a:accent6>
        <a:srgbClr val="918655"/>
      </a:accent6>
      <a:hlink>
        <a:srgbClr val="99CA3C"/>
      </a:hlink>
      <a:folHlink>
        <a:srgbClr val="B9D181"/>
      </a:folHlink>
    </a:clrScheme>
    <a:fontScheme name="Facet">
      <a:majorFont>
        <a:latin typeface="Trebuchet MS" panose="020B0603020202020204"/>
        <a:ea typeface=""/>
        <a:cs typeface=""/>
        <a:font script="Jpan" typeface="メイリオ"/>
        <a:font script="Hang" typeface="맑은 고딕"/>
        <a:font script="Hans" typeface="方正姚体"/>
        <a:font script="Hant" typeface="微軟正黑體"/>
        <a:font script="Arab" typeface="Tahoma"/>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Trebuchet MS" panose="020B0603020202020204"/>
        <a:ea typeface=""/>
        <a:cs typeface=""/>
        <a:font script="Jpan" typeface="メイリオ"/>
        <a:font script="Hang" typeface="HY그래픽M"/>
        <a:font script="Hans" typeface="华文新魏"/>
        <a:font script="Hant" typeface="微軟正黑體"/>
        <a:font script="Arab" typeface="Tahoma"/>
        <a:font script="Hebr" typeface="Gisha"/>
        <a:font script="Thai" typeface="Iris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Facet">
      <a:fillStyleLst>
        <a:solidFill>
          <a:schemeClr val="phClr"/>
        </a:solidFill>
        <a:gradFill rotWithShape="1">
          <a:gsLst>
            <a:gs pos="0">
              <a:schemeClr val="phClr">
                <a:tint val="65000"/>
                <a:lumMod val="110000"/>
              </a:schemeClr>
            </a:gs>
            <a:gs pos="88000">
              <a:schemeClr val="phClr">
                <a:tint val="90000"/>
              </a:schemeClr>
            </a:gs>
          </a:gsLst>
          <a:lin ang="5400000" scaled="0"/>
        </a:gradFill>
        <a:gradFill rotWithShape="1">
          <a:gsLst>
            <a:gs pos="0">
              <a:schemeClr val="phClr">
                <a:tint val="96000"/>
                <a:lumMod val="100000"/>
              </a:schemeClr>
            </a:gs>
            <a:gs pos="78000">
              <a:schemeClr val="phClr">
                <a:shade val="94000"/>
                <a:lumMod val="94000"/>
              </a:schemeClr>
            </a:gs>
          </a:gsLst>
          <a:lin ang="5400000" scaled="0"/>
        </a:gradFill>
      </a:fillStyleLst>
      <a:lnStyleLst>
        <a:ln w="12700" cap="rnd" cmpd="sng" algn="ctr">
          <a:solidFill>
            <a:schemeClr val="phClr"/>
          </a:solidFill>
          <a:prstDash val="solid"/>
        </a:ln>
        <a:ln w="19050" cap="rnd" cmpd="sng" algn="ctr">
          <a:solidFill>
            <a:schemeClr val="phClr"/>
          </a:solidFill>
          <a:prstDash val="solid"/>
        </a:ln>
        <a:ln w="25400" cap="rnd" cmpd="sng" algn="ctr">
          <a:solidFill>
            <a:schemeClr val="phClr"/>
          </a:solidFill>
          <a:prstDash val="solid"/>
        </a:ln>
      </a:lnStyleLst>
      <a:effectStyleLst>
        <a:effectStyle>
          <a:effectLst/>
        </a:effectStyle>
        <a:effectStyle>
          <a:effectLst>
            <a:outerShdw blurRad="38100" dist="25400" dir="5400000" rotWithShape="0">
              <a:srgbClr val="000000">
                <a:alpha val="35000"/>
              </a:srgbClr>
            </a:outerShdw>
          </a:effectLst>
        </a:effectStyle>
        <a:effectStyle>
          <a:effectLst>
            <a:outerShdw blurRad="50800" dist="38100" dir="5400000" rotWithShape="0">
              <a:srgbClr val="000000">
                <a:alpha val="35000"/>
              </a:srgbClr>
            </a:outerShdw>
          </a:effectLst>
          <a:scene3d>
            <a:camera prst="orthographicFront">
              <a:rot lat="0" lon="0" rev="0"/>
            </a:camera>
            <a:lightRig rig="threePt" dir="tl"/>
          </a:scene3d>
          <a:sp3d prstMaterial="plastic">
            <a:bevelT w="0" h="0"/>
          </a:sp3d>
        </a:effectStyle>
      </a:effectStyleLst>
      <a:bgFillStyleLst>
        <a:solidFill>
          <a:schemeClr val="phClr"/>
        </a:solidFill>
        <a:gradFill rotWithShape="1">
          <a:gsLst>
            <a:gs pos="0">
              <a:schemeClr val="phClr">
                <a:tint val="90000"/>
                <a:lumMod val="104000"/>
              </a:schemeClr>
            </a:gs>
            <a:gs pos="94000">
              <a:schemeClr val="phClr">
                <a:shade val="96000"/>
                <a:lumMod val="82000"/>
              </a:schemeClr>
            </a:gs>
          </a:gsLst>
          <a:lin ang="5400000" scaled="0"/>
        </a:gradFill>
        <a:gradFill rotWithShape="1">
          <a:gsLst>
            <a:gs pos="0">
              <a:schemeClr val="phClr">
                <a:tint val="90000"/>
                <a:lumMod val="110000"/>
              </a:schemeClr>
            </a:gs>
            <a:gs pos="100000">
              <a:schemeClr val="phClr">
                <a:shade val="94000"/>
                <a:lumMod val="96000"/>
              </a:schemeClr>
            </a:gs>
          </a:gsLst>
          <a:path path="circle">
            <a:fillToRect l="50000" t="50000" r="100000" b="100000"/>
          </a:path>
        </a:gradFill>
      </a:bgFillStyleLst>
    </a:fmtScheme>
  </a:themeElements>
  <a:objectDefaults/>
  <a:extraClrSchemeLst/>
  <a:extLst>
    <a:ext uri="{05A4C25C-085E-4340-85A3-A5531E510DB2}">
      <thm15:themeFamily xmlns:thm15="http://schemas.microsoft.com/office/thememl/2012/main" name="Facet" id="{C0C680CD-088A-49FC-A102-D699147F32B2}" vid="{CFBC31BA-B70F-4F30-BCAA-4F3011E16C4D}"/>
    </a:ext>
  </a:extLst>
</a:theme>
</file>

<file path=ppt/theme/theme2.xml><?xml version="1.0" encoding="utf-8"?>
<a:theme xmlns:a="http://schemas.openxmlformats.org/drawingml/2006/main" name="Facet">
  <a:themeElements>
    <a:clrScheme name="Facet">
      <a:dk1>
        <a:sysClr val="windowText" lastClr="000000"/>
      </a:dk1>
      <a:lt1>
        <a:sysClr val="window" lastClr="FFFFFF"/>
      </a:lt1>
      <a:dk2>
        <a:srgbClr val="2C3C43"/>
      </a:dk2>
      <a:lt2>
        <a:srgbClr val="EBEBEB"/>
      </a:lt2>
      <a:accent1>
        <a:srgbClr val="90C226"/>
      </a:accent1>
      <a:accent2>
        <a:srgbClr val="54A021"/>
      </a:accent2>
      <a:accent3>
        <a:srgbClr val="E6B91E"/>
      </a:accent3>
      <a:accent4>
        <a:srgbClr val="E76618"/>
      </a:accent4>
      <a:accent5>
        <a:srgbClr val="C42F1A"/>
      </a:accent5>
      <a:accent6>
        <a:srgbClr val="918655"/>
      </a:accent6>
      <a:hlink>
        <a:srgbClr val="99CA3C"/>
      </a:hlink>
      <a:folHlink>
        <a:srgbClr val="B9D181"/>
      </a:folHlink>
    </a:clrScheme>
    <a:fontScheme name="Facet">
      <a:majorFont>
        <a:latin typeface="Trebuchet MS" panose="020B0603020202020204"/>
        <a:ea typeface=""/>
        <a:cs typeface=""/>
        <a:font script="Jpan" typeface="メイリオ"/>
        <a:font script="Hang" typeface="맑은 고딕"/>
        <a:font script="Hans" typeface="方正姚体"/>
        <a:font script="Hant" typeface="微軟正黑體"/>
        <a:font script="Arab" typeface="Tahoma"/>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Trebuchet MS" panose="020B0603020202020204"/>
        <a:ea typeface=""/>
        <a:cs typeface=""/>
        <a:font script="Jpan" typeface="メイリオ"/>
        <a:font script="Hang" typeface="HY그래픽M"/>
        <a:font script="Hans" typeface="华文新魏"/>
        <a:font script="Hant" typeface="微軟正黑體"/>
        <a:font script="Arab" typeface="Tahoma"/>
        <a:font script="Hebr" typeface="Gisha"/>
        <a:font script="Thai" typeface="Iris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Facet">
      <a:fillStyleLst>
        <a:solidFill>
          <a:schemeClr val="phClr"/>
        </a:solidFill>
        <a:gradFill rotWithShape="1">
          <a:gsLst>
            <a:gs pos="0">
              <a:schemeClr val="phClr">
                <a:tint val="65000"/>
                <a:lumMod val="110000"/>
              </a:schemeClr>
            </a:gs>
            <a:gs pos="88000">
              <a:schemeClr val="phClr">
                <a:tint val="90000"/>
              </a:schemeClr>
            </a:gs>
          </a:gsLst>
          <a:lin ang="5400000" scaled="0"/>
        </a:gradFill>
        <a:gradFill rotWithShape="1">
          <a:gsLst>
            <a:gs pos="0">
              <a:schemeClr val="phClr">
                <a:tint val="96000"/>
                <a:lumMod val="100000"/>
              </a:schemeClr>
            </a:gs>
            <a:gs pos="78000">
              <a:schemeClr val="phClr">
                <a:shade val="94000"/>
                <a:lumMod val="94000"/>
              </a:schemeClr>
            </a:gs>
          </a:gsLst>
          <a:lin ang="5400000" scaled="0"/>
        </a:gradFill>
      </a:fillStyleLst>
      <a:lnStyleLst>
        <a:ln w="12700" cap="rnd" cmpd="sng" algn="ctr">
          <a:solidFill>
            <a:schemeClr val="phClr"/>
          </a:solidFill>
          <a:prstDash val="solid"/>
        </a:ln>
        <a:ln w="19050" cap="rnd" cmpd="sng" algn="ctr">
          <a:solidFill>
            <a:schemeClr val="phClr"/>
          </a:solidFill>
          <a:prstDash val="solid"/>
        </a:ln>
        <a:ln w="25400" cap="rnd" cmpd="sng" algn="ctr">
          <a:solidFill>
            <a:schemeClr val="phClr"/>
          </a:solidFill>
          <a:prstDash val="solid"/>
        </a:ln>
      </a:lnStyleLst>
      <a:effectStyleLst>
        <a:effectStyle>
          <a:effectLst/>
        </a:effectStyle>
        <a:effectStyle>
          <a:effectLst>
            <a:outerShdw blurRad="38100" dist="25400" dir="5400000" rotWithShape="0">
              <a:srgbClr val="000000">
                <a:alpha val="35000"/>
              </a:srgbClr>
            </a:outerShdw>
          </a:effectLst>
        </a:effectStyle>
        <a:effectStyle>
          <a:effectLst>
            <a:outerShdw blurRad="50800" dist="38100" dir="5400000" rotWithShape="0">
              <a:srgbClr val="000000">
                <a:alpha val="35000"/>
              </a:srgbClr>
            </a:outerShdw>
          </a:effectLst>
          <a:scene3d>
            <a:camera prst="orthographicFront">
              <a:rot lat="0" lon="0" rev="0"/>
            </a:camera>
            <a:lightRig rig="threePt" dir="tl"/>
          </a:scene3d>
          <a:sp3d prstMaterial="plastic">
            <a:bevelT w="0" h="0"/>
          </a:sp3d>
        </a:effectStyle>
      </a:effectStyleLst>
      <a:bgFillStyleLst>
        <a:solidFill>
          <a:schemeClr val="phClr"/>
        </a:solidFill>
        <a:gradFill rotWithShape="1">
          <a:gsLst>
            <a:gs pos="0">
              <a:schemeClr val="phClr">
                <a:tint val="90000"/>
                <a:lumMod val="104000"/>
              </a:schemeClr>
            </a:gs>
            <a:gs pos="94000">
              <a:schemeClr val="phClr">
                <a:shade val="96000"/>
                <a:lumMod val="82000"/>
              </a:schemeClr>
            </a:gs>
          </a:gsLst>
          <a:lin ang="5400000" scaled="0"/>
        </a:gradFill>
        <a:gradFill rotWithShape="1">
          <a:gsLst>
            <a:gs pos="0">
              <a:schemeClr val="phClr">
                <a:tint val="90000"/>
                <a:lumMod val="110000"/>
              </a:schemeClr>
            </a:gs>
            <a:gs pos="100000">
              <a:schemeClr val="phClr">
                <a:shade val="94000"/>
                <a:lumMod val="96000"/>
              </a:schemeClr>
            </a:gs>
          </a:gsLst>
          <a:path path="circle">
            <a:fillToRect l="50000" t="50000" r="100000" b="100000"/>
          </a:path>
        </a:gradFill>
      </a:bgFillStyleLst>
    </a:fmtScheme>
  </a:themeElements>
  <a:objectDefaults/>
  <a:extraClrSchemeLst/>
  <a:extLst>
    <a:ext uri="{05A4C25C-085E-4340-85A3-A5531E510DB2}">
      <thm15:themeFamily xmlns:thm15="http://schemas.microsoft.com/office/thememl/2012/main" name="Facet" id="{C0C680CD-088A-49FC-A102-D699147F32B2}" vid="{CFBC31BA-B70F-4F30-BCAA-4F3011E16C4D}"/>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ct:contentTypeSchema xmlns:ct="http://schemas.microsoft.com/office/2006/metadata/contentType" xmlns:ma="http://schemas.microsoft.com/office/2006/metadata/properties/metaAttributes" ct:_="" ma:_="" ma:contentTypeName="Document" ma:contentTypeID="0x010100DC26E4498F31074CBD294ED5CE022EE1" ma:contentTypeVersion="6" ma:contentTypeDescription="Create a new document." ma:contentTypeScope="" ma:versionID="90f1e5af8867c587f316c62c155a6a6d">
  <xsd:schema xmlns:xsd="http://www.w3.org/2001/XMLSchema" xmlns:xs="http://www.w3.org/2001/XMLSchema" xmlns:p="http://schemas.microsoft.com/office/2006/metadata/properties" xmlns:ns3="9116e646-2a9a-4d21-b940-5a9db1d4e58e" targetNamespace="http://schemas.microsoft.com/office/2006/metadata/properties" ma:root="true" ma:fieldsID="9a5960c6f226ab4dba0c2011bea191ef" ns3:_="">
    <xsd:import namespace="9116e646-2a9a-4d21-b940-5a9db1d4e58e"/>
    <xsd:element name="properties">
      <xsd:complexType>
        <xsd:sequence>
          <xsd:element name="documentManagement">
            <xsd:complexType>
              <xsd:all>
                <xsd:element ref="ns3:MediaServiceMetadata" minOccurs="0"/>
                <xsd:element ref="ns3:MediaServiceFastMetadata" minOccurs="0"/>
                <xsd:element ref="ns3:MediaServiceSearchProperties" minOccurs="0"/>
                <xsd:element ref="ns3:MediaServiceObjectDetectorVersions" minOccurs="0"/>
                <xsd:element ref="ns3:_activity" minOccurs="0"/>
                <xsd:element ref="ns3:MediaServiceDateTaken"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9116e646-2a9a-4d21-b940-5a9db1d4e58e"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SearchProperties" ma:index="10" nillable="true" ma:displayName="MediaServiceSearchProperties" ma:hidden="true" ma:internalName="MediaServiceSearchProperties" ma:readOnly="true">
      <xsd:simpleType>
        <xsd:restriction base="dms:Note"/>
      </xsd:simpleType>
    </xsd:element>
    <xsd:element name="MediaServiceObjectDetectorVersions" ma:index="11" nillable="true" ma:displayName="MediaServiceObjectDetectorVersions" ma:hidden="true" ma:indexed="true" ma:internalName="MediaServiceObjectDetectorVersions" ma:readOnly="true">
      <xsd:simpleType>
        <xsd:restriction base="dms:Text"/>
      </xsd:simpleType>
    </xsd:element>
    <xsd:element name="_activity" ma:index="12" nillable="true" ma:displayName="_activity" ma:hidden="true" ma:internalName="_activity">
      <xsd:simpleType>
        <xsd:restriction base="dms:Note"/>
      </xsd:simpleType>
    </xsd:element>
    <xsd:element name="MediaServiceDateTaken" ma:index="13" nillable="true" ma:displayName="MediaServiceDateTaken" ma:hidden="true" ma:indexed="true" ma:internalName="MediaServiceDateTaken" ma:readOnly="true">
      <xsd:simpleType>
        <xsd:restriction base="dms:Text"/>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3.xml><?xml version="1.0" encoding="utf-8"?>
<p:properties xmlns:p="http://schemas.microsoft.com/office/2006/metadata/properties" xmlns:xsi="http://www.w3.org/2001/XMLSchema-instance" xmlns:pc="http://schemas.microsoft.com/office/infopath/2007/PartnerControls">
  <documentManagement>
    <_activity xmlns="9116e646-2a9a-4d21-b940-5a9db1d4e58e" xsi:nil="true"/>
  </documentManagement>
</p:properties>
</file>

<file path=customXml/itemProps1.xml><?xml version="1.0" encoding="utf-8"?>
<ds:datastoreItem xmlns:ds="http://schemas.openxmlformats.org/officeDocument/2006/customXml" ds:itemID="{03D4F62D-E257-4772-9CD5-B3813B86CA49}">
  <ds:schemaRefs>
    <ds:schemaRef ds:uri="http://schemas.microsoft.com/sharepoint/v3/contenttype/forms"/>
  </ds:schemaRefs>
</ds:datastoreItem>
</file>

<file path=customXml/itemProps2.xml><?xml version="1.0" encoding="utf-8"?>
<ds:datastoreItem xmlns:ds="http://schemas.openxmlformats.org/officeDocument/2006/customXml" ds:itemID="{A54A6336-FB40-4BB3-ABC3-9D7CF83F2A54}">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9116e646-2a9a-4d21-b940-5a9db1d4e58e"/>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3.xml><?xml version="1.0" encoding="utf-8"?>
<ds:datastoreItem xmlns:ds="http://schemas.openxmlformats.org/officeDocument/2006/customXml" ds:itemID="{143B1EFD-1C4E-4C32-8382-3EDE0AF4D048}">
  <ds:schemaRefs>
    <ds:schemaRef ds:uri="http://purl.org/dc/terms/"/>
    <ds:schemaRef ds:uri="http://schemas.openxmlformats.org/package/2006/metadata/core-properties"/>
    <ds:schemaRef ds:uri="9116e646-2a9a-4d21-b940-5a9db1d4e58e"/>
    <ds:schemaRef ds:uri="http://purl.org/dc/dcmitype/"/>
    <ds:schemaRef ds:uri="http://schemas.microsoft.com/office/infopath/2007/PartnerControls"/>
    <ds:schemaRef ds:uri="http://schemas.microsoft.com/office/2006/documentManagement/types"/>
    <ds:schemaRef ds:uri="http://schemas.microsoft.com/office/2006/metadata/properties"/>
    <ds:schemaRef ds:uri="http://www.w3.org/XML/1998/namespace"/>
    <ds:schemaRef ds:uri="http://purl.org/dc/elements/1.1/"/>
  </ds:schemaRefs>
</ds:datastoreItem>
</file>

<file path=docProps/app.xml><?xml version="1.0" encoding="utf-8"?>
<Properties xmlns="http://schemas.openxmlformats.org/officeDocument/2006/extended-properties" xmlns:vt="http://schemas.openxmlformats.org/officeDocument/2006/docPropsVTypes">
  <TotalTime>252</TotalTime>
  <Words>545</Words>
  <Application>Microsoft Office PowerPoint</Application>
  <PresentationFormat>On-screen Show (4:3)</PresentationFormat>
  <Paragraphs>61</Paragraphs>
  <Slides>11</Slides>
  <Notes>3</Notes>
  <HiddenSlides>0</HiddenSlides>
  <MMClips>0</MMClips>
  <ScaleCrop>false</ScaleCrop>
  <HeadingPairs>
    <vt:vector size="6" baseType="variant">
      <vt:variant>
        <vt:lpstr>Fonts Used</vt:lpstr>
      </vt:variant>
      <vt:variant>
        <vt:i4>7</vt:i4>
      </vt:variant>
      <vt:variant>
        <vt:lpstr>Theme</vt:lpstr>
      </vt:variant>
      <vt:variant>
        <vt:i4>2</vt:i4>
      </vt:variant>
      <vt:variant>
        <vt:lpstr>Slide Titles</vt:lpstr>
      </vt:variant>
      <vt:variant>
        <vt:i4>11</vt:i4>
      </vt:variant>
    </vt:vector>
  </HeadingPairs>
  <TitlesOfParts>
    <vt:vector size="20" baseType="lpstr">
      <vt:lpstr>Arial</vt:lpstr>
      <vt:lpstr>Barbie</vt:lpstr>
      <vt:lpstr>Calibri</vt:lpstr>
      <vt:lpstr>Trebuchet MS</vt:lpstr>
      <vt:lpstr>Trebuchet MS body</vt:lpstr>
      <vt:lpstr>Wingdings</vt:lpstr>
      <vt:lpstr>Wingdings 3</vt:lpstr>
      <vt:lpstr>1_Facet</vt:lpstr>
      <vt:lpstr>Facet</vt:lpstr>
      <vt:lpstr>PowerPoint Presentation</vt:lpstr>
      <vt:lpstr>INTRODUCTION</vt:lpstr>
      <vt:lpstr>Block diagram :</vt:lpstr>
      <vt:lpstr>WORKING</vt:lpstr>
      <vt:lpstr>Applications:</vt:lpstr>
      <vt:lpstr>   ADVANTAGES</vt:lpstr>
      <vt:lpstr>SENSORS</vt:lpstr>
      <vt:lpstr>SOIL MOISTURE SENSORS</vt:lpstr>
      <vt:lpstr>TEMPERATURE AND HUMIDITY SENSORS</vt:lpstr>
      <vt:lpstr>REFERENCES</vt:lpstr>
      <vt:lpstr>THANK YOU</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Slide 1</dc:title>
  <dc:creator>pc</dc:creator>
  <cp:lastModifiedBy>ASHIK HEBBAR K V</cp:lastModifiedBy>
  <cp:revision>34</cp:revision>
  <dcterms:created xsi:type="dcterms:W3CDTF">2018-10-25T07:03:27Z</dcterms:created>
  <dcterms:modified xsi:type="dcterms:W3CDTF">2024-06-24T01:39:30Z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0x010100DC26E4498F31074CBD294ED5CE022EE1</vt:lpwstr>
  </property>
</Properties>
</file>